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media/image2.jpg" ContentType="image/png"/>
  <Override PartName="/ppt/media/image3.jpg" ContentType="image/png"/>
  <Override PartName="/ppt/tags/tag2.xml" ContentType="application/vnd.openxmlformats-officedocument.presentationml.tags+xml"/>
  <Override PartName="/ppt/media/image4.jpg" ContentType="image/png"/>
  <Override PartName="/ppt/tags/tag3.xml" ContentType="application/vnd.openxmlformats-officedocument.presentationml.tags+xml"/>
  <Override PartName="/ppt/media/image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0288588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26" d="100"/>
          <a:sy n="26" d="100"/>
        </p:scale>
        <p:origin x="18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644" y="2992968"/>
            <a:ext cx="8745300" cy="6366933"/>
          </a:xfrm>
        </p:spPr>
        <p:txBody>
          <a:bodyPr anchor="b"/>
          <a:lstStyle>
            <a:lvl1pPr algn="ctr"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6074" y="9605435"/>
            <a:ext cx="7716441" cy="4415365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441" indent="0" algn="ctr">
              <a:buNone/>
              <a:defRPr sz="2250"/>
            </a:lvl2pPr>
            <a:lvl3pPr marL="1028883" indent="0" algn="ctr">
              <a:buNone/>
              <a:defRPr sz="2025"/>
            </a:lvl3pPr>
            <a:lvl4pPr marL="1543324" indent="0" algn="ctr">
              <a:buNone/>
              <a:defRPr sz="1800"/>
            </a:lvl4pPr>
            <a:lvl5pPr marL="2057766" indent="0" algn="ctr">
              <a:buNone/>
              <a:defRPr sz="1800"/>
            </a:lvl5pPr>
            <a:lvl6pPr marL="2572207" indent="0" algn="ctr">
              <a:buNone/>
              <a:defRPr sz="1800"/>
            </a:lvl6pPr>
            <a:lvl7pPr marL="3086649" indent="0" algn="ctr">
              <a:buNone/>
              <a:defRPr sz="1800"/>
            </a:lvl7pPr>
            <a:lvl8pPr marL="3601090" indent="0" algn="ctr">
              <a:buNone/>
              <a:defRPr sz="1800"/>
            </a:lvl8pPr>
            <a:lvl9pPr marL="4115532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5143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53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1982" y="4559305"/>
            <a:ext cx="8873907" cy="7607299"/>
          </a:xfrm>
        </p:spPr>
        <p:txBody>
          <a:bodyPr anchor="b"/>
          <a:lstStyle>
            <a:lvl1pPr>
              <a:defRPr sz="675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1982" y="12238572"/>
            <a:ext cx="8873907" cy="4000499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14441" indent="0">
              <a:buNone/>
              <a:defRPr sz="2250">
                <a:solidFill>
                  <a:schemeClr val="tx1">
                    <a:tint val="75000"/>
                  </a:schemeClr>
                </a:solidFill>
              </a:defRPr>
            </a:lvl2pPr>
            <a:lvl3pPr marL="1028883" indent="0">
              <a:buNone/>
              <a:defRPr sz="2025">
                <a:solidFill>
                  <a:schemeClr val="tx1">
                    <a:tint val="75000"/>
                  </a:schemeClr>
                </a:solidFill>
              </a:defRPr>
            </a:lvl3pPr>
            <a:lvl4pPr marL="15433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76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220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64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109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55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51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07340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598" y="4868333"/>
            <a:ext cx="4372650" cy="11603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0018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973671"/>
            <a:ext cx="8873907" cy="353483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8682" y="4483101"/>
            <a:ext cx="4352554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8682" y="6680200"/>
            <a:ext cx="4352554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598" y="4483101"/>
            <a:ext cx="4373990" cy="2197099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441" indent="0">
              <a:buNone/>
              <a:defRPr sz="2250" b="1"/>
            </a:lvl2pPr>
            <a:lvl3pPr marL="1028883" indent="0">
              <a:buNone/>
              <a:defRPr sz="2025" b="1"/>
            </a:lvl3pPr>
            <a:lvl4pPr marL="1543324" indent="0">
              <a:buNone/>
              <a:defRPr sz="1800" b="1"/>
            </a:lvl4pPr>
            <a:lvl5pPr marL="2057766" indent="0">
              <a:buNone/>
              <a:defRPr sz="1800" b="1"/>
            </a:lvl5pPr>
            <a:lvl6pPr marL="2572207" indent="0">
              <a:buNone/>
              <a:defRPr sz="1800" b="1"/>
            </a:lvl6pPr>
            <a:lvl7pPr marL="3086649" indent="0">
              <a:buNone/>
              <a:defRPr sz="1800" b="1"/>
            </a:lvl7pPr>
            <a:lvl8pPr marL="3601090" indent="0">
              <a:buNone/>
              <a:defRPr sz="1800" b="1"/>
            </a:lvl8pPr>
            <a:lvl9pPr marL="4115532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598" y="6680200"/>
            <a:ext cx="4373990" cy="982556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6129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56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539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73990" y="2633138"/>
            <a:ext cx="5208598" cy="12996333"/>
          </a:xfrm>
        </p:spPr>
        <p:txBody>
          <a:bodyPr/>
          <a:lstStyle>
            <a:lvl1pPr>
              <a:defRPr sz="3601"/>
            </a:lvl1pPr>
            <a:lvl2pPr>
              <a:defRPr sz="3151"/>
            </a:lvl2pPr>
            <a:lvl3pPr>
              <a:defRPr sz="2700"/>
            </a:lvl3pPr>
            <a:lvl4pPr>
              <a:defRPr sz="2250"/>
            </a:lvl4pPr>
            <a:lvl5pPr>
              <a:defRPr sz="2250"/>
            </a:lvl5pPr>
            <a:lvl6pPr>
              <a:defRPr sz="2250"/>
            </a:lvl6pPr>
            <a:lvl7pPr>
              <a:defRPr sz="2250"/>
            </a:lvl7pPr>
            <a:lvl8pPr>
              <a:defRPr sz="2250"/>
            </a:lvl8pPr>
            <a:lvl9pPr>
              <a:defRPr sz="22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14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681" y="1219200"/>
            <a:ext cx="3318337" cy="4267200"/>
          </a:xfrm>
        </p:spPr>
        <p:txBody>
          <a:bodyPr anchor="b"/>
          <a:lstStyle>
            <a:lvl1pPr>
              <a:defRPr sz="36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73990" y="2633138"/>
            <a:ext cx="5208598" cy="12996333"/>
          </a:xfrm>
        </p:spPr>
        <p:txBody>
          <a:bodyPr anchor="t"/>
          <a:lstStyle>
            <a:lvl1pPr marL="0" indent="0">
              <a:buNone/>
              <a:defRPr sz="3601"/>
            </a:lvl1pPr>
            <a:lvl2pPr marL="514441" indent="0">
              <a:buNone/>
              <a:defRPr sz="3151"/>
            </a:lvl2pPr>
            <a:lvl3pPr marL="1028883" indent="0">
              <a:buNone/>
              <a:defRPr sz="2700"/>
            </a:lvl3pPr>
            <a:lvl4pPr marL="1543324" indent="0">
              <a:buNone/>
              <a:defRPr sz="2250"/>
            </a:lvl4pPr>
            <a:lvl5pPr marL="2057766" indent="0">
              <a:buNone/>
              <a:defRPr sz="2250"/>
            </a:lvl5pPr>
            <a:lvl6pPr marL="2572207" indent="0">
              <a:buNone/>
              <a:defRPr sz="2250"/>
            </a:lvl6pPr>
            <a:lvl7pPr marL="3086649" indent="0">
              <a:buNone/>
              <a:defRPr sz="2250"/>
            </a:lvl7pPr>
            <a:lvl8pPr marL="3601090" indent="0">
              <a:buNone/>
              <a:defRPr sz="2250"/>
            </a:lvl8pPr>
            <a:lvl9pPr marL="4115532" indent="0">
              <a:buNone/>
              <a:defRPr sz="22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681" y="5486400"/>
            <a:ext cx="3318337" cy="10164235"/>
          </a:xfrm>
        </p:spPr>
        <p:txBody>
          <a:bodyPr/>
          <a:lstStyle>
            <a:lvl1pPr marL="0" indent="0">
              <a:buNone/>
              <a:defRPr sz="1800"/>
            </a:lvl1pPr>
            <a:lvl2pPr marL="514441" indent="0">
              <a:buNone/>
              <a:defRPr sz="1575"/>
            </a:lvl2pPr>
            <a:lvl3pPr marL="1028883" indent="0">
              <a:buNone/>
              <a:defRPr sz="1350"/>
            </a:lvl3pPr>
            <a:lvl4pPr marL="1543324" indent="0">
              <a:buNone/>
              <a:defRPr sz="1125"/>
            </a:lvl4pPr>
            <a:lvl5pPr marL="2057766" indent="0">
              <a:buNone/>
              <a:defRPr sz="1125"/>
            </a:lvl5pPr>
            <a:lvl6pPr marL="2572207" indent="0">
              <a:buNone/>
              <a:defRPr sz="1125"/>
            </a:lvl6pPr>
            <a:lvl7pPr marL="3086649" indent="0">
              <a:buNone/>
              <a:defRPr sz="1125"/>
            </a:lvl7pPr>
            <a:lvl8pPr marL="3601090" indent="0">
              <a:buNone/>
              <a:defRPr sz="1125"/>
            </a:lvl8pPr>
            <a:lvl9pPr marL="4115532" indent="0">
              <a:buNone/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37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969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2771" y="973667"/>
            <a:ext cx="2218477" cy="154982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07341" y="973667"/>
            <a:ext cx="6526823" cy="1549823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794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07341" y="973671"/>
            <a:ext cx="8873907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341" y="4868333"/>
            <a:ext cx="8873907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7341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0FD3-E53D-401F-8636-8FEE73EB3275}" type="datetimeFigureOut">
              <a:rPr lang="pt-BR" smtClean="0"/>
              <a:t>06/08/2024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08095" y="16950271"/>
            <a:ext cx="3472398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66315" y="16950271"/>
            <a:ext cx="2314932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DC64E-AF4F-4FC5-BEF4-A568B13DA6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7273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28883" rtl="0" eaLnBrk="1" latinLnBrk="0" hangingPunct="1">
        <a:lnSpc>
          <a:spcPct val="90000"/>
        </a:lnSpc>
        <a:spcBef>
          <a:spcPct val="0"/>
        </a:spcBef>
        <a:buNone/>
        <a:defRPr sz="495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21" indent="-257221" algn="l" defTabSz="1028883" rtl="0" eaLnBrk="1" latinLnBrk="0" hangingPunct="1">
        <a:lnSpc>
          <a:spcPct val="90000"/>
        </a:lnSpc>
        <a:spcBef>
          <a:spcPts val="1125"/>
        </a:spcBef>
        <a:buFont typeface="Arial" panose="020B0604020202020204" pitchFamily="34" charset="0"/>
        <a:buChar char="•"/>
        <a:defRPr sz="3151" kern="1200">
          <a:solidFill>
            <a:schemeClr val="tx1"/>
          </a:solidFill>
          <a:latin typeface="+mn-lt"/>
          <a:ea typeface="+mn-ea"/>
          <a:cs typeface="+mn-cs"/>
        </a:defRPr>
      </a:lvl1pPr>
      <a:lvl2pPr marL="77166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6104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3pPr>
      <a:lvl4pPr marL="1800545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314986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829428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343869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858311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372752" indent="-257221" algn="l" defTabSz="102888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514441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2pPr>
      <a:lvl3pPr marL="1028883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3pPr>
      <a:lvl4pPr marL="1543324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4pPr>
      <a:lvl5pPr marL="2057766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5pPr>
      <a:lvl6pPr marL="2572207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3086649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601090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4115532" algn="l" defTabSz="1028883" rtl="0" eaLnBrk="1" latinLnBrk="0" hangingPunct="1"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7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6D16599F-7B02-5037-07E5-48F97BF4F616}"/>
              </a:ext>
            </a:extLst>
          </p:cNvPr>
          <p:cNvSpPr/>
          <p:nvPr/>
        </p:nvSpPr>
        <p:spPr>
          <a:xfrm>
            <a:off x="287034" y="2510135"/>
            <a:ext cx="971451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66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FF00"/>
                </a:solidFill>
                <a:effectLst/>
                <a:latin typeface="Ancress-Regular" pitchFamily="2" charset="0"/>
              </a:rPr>
              <a:t>Seu computador est</a:t>
            </a:r>
            <a:r>
              <a:rPr lang="pt-BR" sz="6600" b="1" dirty="0">
                <a:ln w="12700" cmpd="sng">
                  <a:solidFill>
                    <a:schemeClr val="accent4"/>
                  </a:solidFill>
                  <a:prstDash val="solid"/>
                </a:ln>
                <a:solidFill>
                  <a:srgbClr val="FFFF00"/>
                </a:solidFill>
                <a:latin typeface="Ancress-Regular" pitchFamily="2" charset="0"/>
              </a:rPr>
              <a:t>á:</a:t>
            </a:r>
            <a:endParaRPr lang="pt-BR" sz="6600" b="1" cap="none" spc="0" dirty="0">
              <a:ln w="12700" cmpd="sng">
                <a:solidFill>
                  <a:schemeClr val="accent4"/>
                </a:solidFill>
                <a:prstDash val="solid"/>
              </a:ln>
              <a:solidFill>
                <a:srgbClr val="FFFF00"/>
              </a:solidFill>
              <a:effectLst/>
              <a:latin typeface="Ancress-Regular" pitchFamily="2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573E6D5E-457F-51D8-3890-8958E2141A25}"/>
              </a:ext>
            </a:extLst>
          </p:cNvPr>
          <p:cNvSpPr/>
          <p:nvPr/>
        </p:nvSpPr>
        <p:spPr>
          <a:xfrm>
            <a:off x="582083" y="4415135"/>
            <a:ext cx="9183924" cy="821763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8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bas Neue" panose="020B0606020202050201" pitchFamily="34" charset="0"/>
              </a:rPr>
              <a:t>LENTO</a:t>
            </a:r>
          </a:p>
          <a:p>
            <a:pPr algn="ctr"/>
            <a:r>
              <a:rPr lang="pt-BR" sz="8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bas Neue" panose="020B0606020202050201" pitchFamily="34" charset="0"/>
              </a:rPr>
              <a:t>PROGRAMAS NÃO ABREM</a:t>
            </a:r>
          </a:p>
          <a:p>
            <a:pPr algn="ctr"/>
            <a:r>
              <a:rPr lang="pt-BR" sz="8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bas Neue" panose="020B0606020202050201" pitchFamily="34" charset="0"/>
              </a:rPr>
              <a:t>VÍRUS</a:t>
            </a:r>
          </a:p>
          <a:p>
            <a:pPr algn="ctr"/>
            <a:r>
              <a:rPr lang="pt-BR" sz="8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bas Neue" panose="020B0606020202050201" pitchFamily="34" charset="0"/>
              </a:rPr>
              <a:t>SEM SOM</a:t>
            </a:r>
          </a:p>
          <a:p>
            <a:pPr algn="ctr"/>
            <a:r>
              <a:rPr lang="pt-BR" sz="8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bas Neue" panose="020B0606020202050201" pitchFamily="34" charset="0"/>
              </a:rPr>
              <a:t>NÃO CONECTA INTERNET</a:t>
            </a:r>
          </a:p>
          <a:p>
            <a:pPr algn="ctr"/>
            <a:r>
              <a:rPr lang="pt-BR" sz="8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ebas Neue" panose="020B0606020202050201" pitchFamily="34" charset="0"/>
              </a:rPr>
              <a:t>Faltam programas</a:t>
            </a:r>
            <a:endParaRPr lang="pt-BR" sz="8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ebas Neue" panose="020B0606020202050201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44E0FC5-5988-CC79-D0B4-06FA1A4645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6085284"/>
            <a:ext cx="8135144" cy="1220271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5B5B4FD-D27F-461B-B4AF-0BE357456E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4424" y="8496300"/>
            <a:ext cx="7836488" cy="9791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559919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7890">
        <p15:prstTrans prst="pageCurlDouble"/>
      </p:transition>
    </mc:Choice>
    <mc:Fallback>
      <p:transition spd="slow" advTm="789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 uiExpand="1" build="p"/>
      <p:bldP spid="5" grpId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52A0A810-E209-52FA-BBC3-8C0A38AB2F80}"/>
              </a:ext>
            </a:extLst>
          </p:cNvPr>
          <p:cNvSpPr/>
          <p:nvPr/>
        </p:nvSpPr>
        <p:spPr>
          <a:xfrm>
            <a:off x="1107772" y="1252835"/>
            <a:ext cx="8073044" cy="280076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pt-BR" sz="8800" b="1" cap="none" spc="0" dirty="0">
                <a:ln/>
                <a:solidFill>
                  <a:schemeClr val="bg1"/>
                </a:solidFill>
                <a:effectLst/>
                <a:latin typeface="Bebas Neue" panose="020B0606020202050201" pitchFamily="34" charset="0"/>
              </a:rPr>
              <a:t>Faça um UPGRADE</a:t>
            </a:r>
          </a:p>
          <a:p>
            <a:pPr algn="ctr"/>
            <a:r>
              <a:rPr lang="pt-BR" sz="8800" b="1" dirty="0">
                <a:ln/>
                <a:solidFill>
                  <a:schemeClr val="bg1"/>
                </a:solidFill>
                <a:latin typeface="Bebas Neue" panose="020B0606020202050201" pitchFamily="34" charset="0"/>
              </a:rPr>
              <a:t>No seu COMPUTADOR</a:t>
            </a:r>
            <a:r>
              <a:rPr lang="pt-BR" sz="5400" b="1" dirty="0">
                <a:ln/>
                <a:solidFill>
                  <a:schemeClr val="accent4"/>
                </a:solidFill>
              </a:rPr>
              <a:t>.</a:t>
            </a:r>
            <a:endParaRPr lang="pt-BR" sz="5400" b="1" cap="none" spc="0" dirty="0">
              <a:ln/>
              <a:solidFill>
                <a:schemeClr val="accent4"/>
              </a:solidFill>
              <a:effectLst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85079D-38FF-4AA4-051E-C7A3FC62D3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2494756" y="10982722"/>
            <a:ext cx="9962356" cy="9962356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BBA77BA-F10A-D03D-4DFA-5E6486189EF3}"/>
              </a:ext>
            </a:extLst>
          </p:cNvPr>
          <p:cNvSpPr/>
          <p:nvPr/>
        </p:nvSpPr>
        <p:spPr>
          <a:xfrm>
            <a:off x="542553" y="4605635"/>
            <a:ext cx="9203481" cy="75713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FORMATAÇÃO</a:t>
            </a:r>
          </a:p>
          <a:p>
            <a:pPr algn="ctr"/>
            <a:r>
              <a:rPr lang="pt-B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SISTEMA OPERACIONAL</a:t>
            </a:r>
          </a:p>
          <a:p>
            <a:pPr algn="ctr"/>
            <a:r>
              <a:rPr lang="pt-B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(WINDOWS, LINUX OU MACOS)</a:t>
            </a:r>
          </a:p>
          <a:p>
            <a:pPr algn="ctr"/>
            <a:r>
              <a:rPr lang="pt-B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ANTIVÍRUS</a:t>
            </a:r>
          </a:p>
          <a:p>
            <a:pPr algn="ctr"/>
            <a:r>
              <a:rPr lang="pt-B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DRIVES</a:t>
            </a:r>
          </a:p>
          <a:p>
            <a:pPr algn="ctr"/>
            <a:r>
              <a:rPr lang="pt-B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BACKUP DE DADOS</a:t>
            </a:r>
          </a:p>
          <a:p>
            <a:pPr algn="ctr"/>
            <a:r>
              <a:rPr lang="pt-B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ARQUIVOS NA NUVEM</a:t>
            </a:r>
          </a:p>
          <a:p>
            <a:pPr algn="ctr"/>
            <a:r>
              <a:rPr lang="pt-B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PACOTE OFFICE </a:t>
            </a:r>
          </a:p>
          <a:p>
            <a:pPr algn="ctr"/>
            <a:r>
              <a:rPr lang="pt-B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(WORD, EXCEL E POWERPOINT)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617786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11089">
        <p15:prstTrans prst="pageCurlDouble"/>
      </p:transition>
    </mc:Choice>
    <mc:Fallback>
      <p:transition spd="slow" advTm="110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0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 build="p"/>
      <p:bldP spid="6" grpId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19C4C2F-E27C-E7CC-4F06-DDFBF17BCFAD}"/>
              </a:ext>
            </a:extLst>
          </p:cNvPr>
          <p:cNvSpPr/>
          <p:nvPr/>
        </p:nvSpPr>
        <p:spPr>
          <a:xfrm>
            <a:off x="332720" y="3195935"/>
            <a:ext cx="96231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t-BR" sz="4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Earth" pitchFamily="50" charset="0"/>
              </a:rPr>
              <a:t>CONTE COM GENTE</a:t>
            </a:r>
            <a:r>
              <a:rPr lang="pt-B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!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FE61515-AA46-F5B5-9C21-DC2365ADD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789906" y="9144000"/>
            <a:ext cx="7524750" cy="75247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54D5B22-E3B8-38F0-7EAD-DB12719772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858544" y="10095706"/>
            <a:ext cx="7525544" cy="7525544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C30F9B27-36E2-04AB-EABB-517FDFC639C9}"/>
              </a:ext>
            </a:extLst>
          </p:cNvPr>
          <p:cNvSpPr/>
          <p:nvPr/>
        </p:nvSpPr>
        <p:spPr>
          <a:xfrm>
            <a:off x="2787897" y="5200898"/>
            <a:ext cx="613821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pt-BR" sz="9600" b="1" cap="none" spc="0" baseline="3000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bas Neue" panose="020B0606020202050201" pitchFamily="34" charset="0"/>
              </a:rPr>
              <a:t>51 </a:t>
            </a:r>
            <a:r>
              <a:rPr lang="pt-BR" sz="9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bas Neue" panose="020B0606020202050201" pitchFamily="34" charset="0"/>
              </a:rPr>
              <a:t>99815-9402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D1C2FC8-D74C-CB4D-60BC-9455A6B0D0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35" y="5030846"/>
            <a:ext cx="1909763" cy="1909763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5289A62F-60CE-C3C7-5043-F7C874E5DF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6" y="7110661"/>
            <a:ext cx="2828925" cy="2828925"/>
          </a:xfrm>
          <a:prstGeom prst="rect">
            <a:avLst/>
          </a:prstGeom>
        </p:spPr>
      </p:pic>
      <p:sp>
        <p:nvSpPr>
          <p:cNvPr id="19" name="Retângulo 18">
            <a:extLst>
              <a:ext uri="{FF2B5EF4-FFF2-40B4-BE49-F238E27FC236}">
                <a16:creationId xmlns:a16="http://schemas.microsoft.com/office/drawing/2014/main" id="{4B7D8EF2-1002-9D3F-CD24-3EB3F71537D5}"/>
              </a:ext>
            </a:extLst>
          </p:cNvPr>
          <p:cNvSpPr/>
          <p:nvPr/>
        </p:nvSpPr>
        <p:spPr>
          <a:xfrm>
            <a:off x="2552700" y="7879140"/>
            <a:ext cx="7364016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pt-BR" sz="8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bas Neue" panose="020B0606020202050201" pitchFamily="34" charset="0"/>
              </a:rPr>
              <a:t>@lucia</a:t>
            </a:r>
            <a:r>
              <a:rPr lang="pt-BR" sz="80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bas Neue" panose="020B0606020202050201" pitchFamily="34" charset="0"/>
              </a:rPr>
              <a:t>no.leal2009</a:t>
            </a:r>
            <a:endParaRPr lang="pt-BR" sz="8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563630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 advTm="6722">
        <p15:prstTrans prst="pageCurlDouble"/>
      </p:transition>
    </mc:Choice>
    <mc:Fallback>
      <p:transition spd="slow" advTm="67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14" grpId="0"/>
      <p:bldP spid="1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8|0.8|0.7|0.7|0.8|0.9|1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9|0.9|0.8|0.9|0.9|0.8|0.8|0.8|0.8|1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1.5|0.9"/>
</p:tagLst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</TotalTime>
  <Words>60</Words>
  <Application>Microsoft Office PowerPoint</Application>
  <PresentationFormat>Personalizar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Ancress-Regular</vt:lpstr>
      <vt:lpstr>Arial</vt:lpstr>
      <vt:lpstr>Bebas Neue</vt:lpstr>
      <vt:lpstr>Calibri</vt:lpstr>
      <vt:lpstr>Calibri Light</vt:lpstr>
      <vt:lpstr>Earth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Luciano Leal</dc:creator>
  <cp:lastModifiedBy>Luciano Leal</cp:lastModifiedBy>
  <cp:revision>1</cp:revision>
  <dcterms:created xsi:type="dcterms:W3CDTF">2024-08-07T00:39:39Z</dcterms:created>
  <dcterms:modified xsi:type="dcterms:W3CDTF">2024-08-07T01:40:27Z</dcterms:modified>
</cp:coreProperties>
</file>