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0288588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 autoAdjust="0"/>
  </p:normalViewPr>
  <p:slideViewPr>
    <p:cSldViewPr snapToGrid="0">
      <p:cViewPr varScale="1">
        <p:scale>
          <a:sx n="24" d="100"/>
          <a:sy n="24" d="100"/>
        </p:scale>
        <p:origin x="191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D418C-9788-46EA-A1E5-883A0B788960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68E57-BBD7-4D26-9537-3A9B59FF21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833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68E57-BBD7-4D26-9537-3A9B59FF21C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1881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644" y="2992968"/>
            <a:ext cx="8745300" cy="6366933"/>
          </a:xfrm>
        </p:spPr>
        <p:txBody>
          <a:bodyPr anchor="b"/>
          <a:lstStyle>
            <a:lvl1pPr algn="ctr"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6074" y="9605435"/>
            <a:ext cx="7716441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441" indent="0" algn="ctr">
              <a:buNone/>
              <a:defRPr sz="2250"/>
            </a:lvl2pPr>
            <a:lvl3pPr marL="1028883" indent="0" algn="ctr">
              <a:buNone/>
              <a:defRPr sz="2025"/>
            </a:lvl3pPr>
            <a:lvl4pPr marL="1543324" indent="0" algn="ctr">
              <a:buNone/>
              <a:defRPr sz="1800"/>
            </a:lvl4pPr>
            <a:lvl5pPr marL="2057766" indent="0" algn="ctr">
              <a:buNone/>
              <a:defRPr sz="1800"/>
            </a:lvl5pPr>
            <a:lvl6pPr marL="2572207" indent="0" algn="ctr">
              <a:buNone/>
              <a:defRPr sz="1800"/>
            </a:lvl6pPr>
            <a:lvl7pPr marL="3086649" indent="0" algn="ctr">
              <a:buNone/>
              <a:defRPr sz="1800"/>
            </a:lvl7pPr>
            <a:lvl8pPr marL="3601090" indent="0" algn="ctr">
              <a:buNone/>
              <a:defRPr sz="1800"/>
            </a:lvl8pPr>
            <a:lvl9pPr marL="4115532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361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35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82" y="4559305"/>
            <a:ext cx="8873907" cy="7607299"/>
          </a:xfrm>
        </p:spPr>
        <p:txBody>
          <a:bodyPr anchor="b"/>
          <a:lstStyle>
            <a:lvl1pPr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982" y="12238572"/>
            <a:ext cx="8873907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441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883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3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7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22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64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109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55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138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340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598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791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973671"/>
            <a:ext cx="8873907" cy="353483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682" y="4483101"/>
            <a:ext cx="4352554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682" y="6680200"/>
            <a:ext cx="4352554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598" y="4483101"/>
            <a:ext cx="4373990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598" y="6680200"/>
            <a:ext cx="4373990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57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090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16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990" y="2633138"/>
            <a:ext cx="5208598" cy="12996333"/>
          </a:xfrm>
        </p:spPr>
        <p:txBody>
          <a:bodyPr/>
          <a:lstStyle>
            <a:lvl1pPr>
              <a:defRPr sz="3601"/>
            </a:lvl1pPr>
            <a:lvl2pPr>
              <a:defRPr sz="3151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17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990" y="2633138"/>
            <a:ext cx="5208598" cy="12996333"/>
          </a:xfrm>
        </p:spPr>
        <p:txBody>
          <a:bodyPr anchor="t"/>
          <a:lstStyle>
            <a:lvl1pPr marL="0" indent="0">
              <a:buNone/>
              <a:defRPr sz="3601"/>
            </a:lvl1pPr>
            <a:lvl2pPr marL="514441" indent="0">
              <a:buNone/>
              <a:defRPr sz="3151"/>
            </a:lvl2pPr>
            <a:lvl3pPr marL="1028883" indent="0">
              <a:buNone/>
              <a:defRPr sz="2700"/>
            </a:lvl3pPr>
            <a:lvl4pPr marL="1543324" indent="0">
              <a:buNone/>
              <a:defRPr sz="2250"/>
            </a:lvl4pPr>
            <a:lvl5pPr marL="2057766" indent="0">
              <a:buNone/>
              <a:defRPr sz="2250"/>
            </a:lvl5pPr>
            <a:lvl6pPr marL="2572207" indent="0">
              <a:buNone/>
              <a:defRPr sz="2250"/>
            </a:lvl6pPr>
            <a:lvl7pPr marL="3086649" indent="0">
              <a:buNone/>
              <a:defRPr sz="2250"/>
            </a:lvl7pPr>
            <a:lvl8pPr marL="3601090" indent="0">
              <a:buNone/>
              <a:defRPr sz="2250"/>
            </a:lvl8pPr>
            <a:lvl9pPr marL="4115532" indent="0">
              <a:buNone/>
              <a:defRPr sz="22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50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96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2771" y="973667"/>
            <a:ext cx="2218477" cy="154982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341" y="973667"/>
            <a:ext cx="6526823" cy="1549823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CFAE-F1F4-4242-BC1B-86633FF0EC7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44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341" y="973671"/>
            <a:ext cx="8873907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341" y="4868333"/>
            <a:ext cx="8873907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341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2CFAE-F1F4-4242-BC1B-86633FF0EC7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095" y="16950271"/>
            <a:ext cx="347239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6315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5213C-67D2-49F6-BAB1-E452DB2C57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382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883" rtl="0" eaLnBrk="1" latinLnBrk="0" hangingPunct="1">
        <a:lnSpc>
          <a:spcPct val="90000"/>
        </a:lnSpc>
        <a:spcBef>
          <a:spcPct val="0"/>
        </a:spcBef>
        <a:buNone/>
        <a:defRPr sz="49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21" indent="-257221" algn="l" defTabSz="1028883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1" kern="1200">
          <a:solidFill>
            <a:schemeClr val="tx1"/>
          </a:solidFill>
          <a:latin typeface="+mn-lt"/>
          <a:ea typeface="+mn-ea"/>
          <a:cs typeface="+mn-cs"/>
        </a:defRPr>
      </a:lvl1pPr>
      <a:lvl2pPr marL="77166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6104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545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986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9428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869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8311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275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441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883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324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766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2207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649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109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5532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212EB87-DB43-8491-212B-37FCBC8015A0}"/>
              </a:ext>
            </a:extLst>
          </p:cNvPr>
          <p:cNvSpPr txBox="1"/>
          <p:nvPr/>
        </p:nvSpPr>
        <p:spPr>
          <a:xfrm>
            <a:off x="2456554" y="435722"/>
            <a:ext cx="7832034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B w="38100" h="38100"/>
            </a:sp3d>
          </a:bodyPr>
          <a:lstStyle/>
          <a:p>
            <a:pPr algn="ctr"/>
            <a:r>
              <a:rPr lang="pt-BR" sz="9600" dirty="0">
                <a:solidFill>
                  <a:schemeClr val="bg1"/>
                </a:solidFill>
                <a:effectLst>
                  <a:outerShdw blurRad="241300" dist="139700" dir="18900000" sx="89000" sy="89000" algn="bl" rotWithShape="0">
                    <a:schemeClr val="tx1">
                      <a:alpha val="40000"/>
                    </a:schemeClr>
                  </a:outerShdw>
                </a:effectLst>
                <a:latin typeface="Exotc350 Bd BT" panose="04030805050B02020A03" pitchFamily="82" charset="0"/>
              </a:rPr>
              <a:t>A sua ideia, sua CANECA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B68A60B-492A-AE43-08F9-09AF7B82A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2173">
            <a:off x="1527325" y="2565255"/>
            <a:ext cx="6910628" cy="691062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C4AA01-E5B7-BB1F-B577-A297D8673FED}"/>
              </a:ext>
            </a:extLst>
          </p:cNvPr>
          <p:cNvSpPr txBox="1"/>
          <p:nvPr/>
        </p:nvSpPr>
        <p:spPr>
          <a:xfrm rot="21070394">
            <a:off x="870595" y="8611847"/>
            <a:ext cx="8706679" cy="280076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120650">
              <a:bevelT w="44450" h="82550" prst="coolSlant"/>
              <a:extrusionClr>
                <a:schemeClr val="bg2">
                  <a:lumMod val="75000"/>
                </a:schemeClr>
              </a:extrusionClr>
            </a:sp3d>
          </a:bodyPr>
          <a:lstStyle/>
          <a:p>
            <a:r>
              <a:rPr lang="pt-BR" sz="8800" dirty="0">
                <a:solidFill>
                  <a:schemeClr val="accent4"/>
                </a:solidFill>
                <a:effectLst>
                  <a:outerShdw blurRad="50800" dist="177800" dir="18900000" algn="b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Personalize sua CANECA: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71624A3-D8FE-4ACA-C7E5-2B5573CD1EA6}"/>
              </a:ext>
            </a:extLst>
          </p:cNvPr>
          <p:cNvSpPr txBox="1"/>
          <p:nvPr/>
        </p:nvSpPr>
        <p:spPr>
          <a:xfrm>
            <a:off x="159021" y="11944764"/>
            <a:ext cx="10010296" cy="6064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4400" b="1" dirty="0">
                <a:latin typeface="Square721 BT" panose="020B0504020202060204" pitchFamily="34" charset="0"/>
                <a:ea typeface="Roboto Th" pitchFamily="2" charset="0"/>
              </a:rPr>
              <a:t>Logos de Empresas</a:t>
            </a:r>
          </a:p>
          <a:p>
            <a:pPr>
              <a:lnSpc>
                <a:spcPct val="150000"/>
              </a:lnSpc>
            </a:pPr>
            <a:r>
              <a:rPr lang="pt-BR" sz="4400" b="1" dirty="0">
                <a:latin typeface="Square721 BT" panose="020B0504020202060204" pitchFamily="34" charset="0"/>
                <a:ea typeface="Roboto Th" pitchFamily="2" charset="0"/>
              </a:rPr>
              <a:t>Aniversários				Profissões</a:t>
            </a:r>
          </a:p>
          <a:p>
            <a:pPr>
              <a:lnSpc>
                <a:spcPct val="150000"/>
              </a:lnSpc>
            </a:pPr>
            <a:r>
              <a:rPr lang="pt-BR" sz="4400" b="1" dirty="0">
                <a:latin typeface="Square721 BT" panose="020B0504020202060204" pitchFamily="34" charset="0"/>
                <a:ea typeface="Roboto Th" pitchFamily="2" charset="0"/>
              </a:rPr>
              <a:t>Motivação					Frases Humor</a:t>
            </a:r>
          </a:p>
          <a:p>
            <a:pPr>
              <a:lnSpc>
                <a:spcPct val="150000"/>
              </a:lnSpc>
            </a:pPr>
            <a:r>
              <a:rPr lang="pt-BR" sz="4400" b="1" dirty="0">
                <a:latin typeface="Square721 BT" panose="020B0504020202060204" pitchFamily="34" charset="0"/>
                <a:ea typeface="Roboto Th" pitchFamily="2" charset="0"/>
              </a:rPr>
              <a:t>Frases e Fotos		Times de Futebol</a:t>
            </a:r>
          </a:p>
          <a:p>
            <a:pPr>
              <a:lnSpc>
                <a:spcPct val="150000"/>
              </a:lnSpc>
            </a:pPr>
            <a:r>
              <a:rPr lang="pt-BR" sz="4400" b="1" dirty="0">
                <a:latin typeface="Square721 BT" panose="020B0504020202060204" pitchFamily="34" charset="0"/>
                <a:ea typeface="Roboto Th" pitchFamily="2" charset="0"/>
              </a:rPr>
              <a:t>Gamers</a:t>
            </a:r>
          </a:p>
          <a:p>
            <a:pPr>
              <a:lnSpc>
                <a:spcPct val="150000"/>
              </a:lnSpc>
            </a:pPr>
            <a:r>
              <a:rPr lang="pt-BR" sz="4400" b="1" dirty="0">
                <a:latin typeface="Square721 BT" panose="020B0504020202060204" pitchFamily="34" charset="0"/>
                <a:ea typeface="Roboto Th" pitchFamily="2" charset="0"/>
              </a:rPr>
              <a:t>Datas Especiais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5792524"/>
      </p:ext>
    </p:extLst>
  </p:cSld>
  <p:clrMapOvr>
    <a:masterClrMapping/>
  </p:clrMapOvr>
  <p:transition spd="slow" advTm="333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29AD08E-59BD-1D8C-8FB8-AA06DE49E9AB}"/>
              </a:ext>
            </a:extLst>
          </p:cNvPr>
          <p:cNvSpPr/>
          <p:nvPr/>
        </p:nvSpPr>
        <p:spPr>
          <a:xfrm>
            <a:off x="-1669774" y="874643"/>
            <a:ext cx="8070574" cy="1669774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4A766DE-353B-3EF6-12F7-D1F8B82633B3}"/>
              </a:ext>
            </a:extLst>
          </p:cNvPr>
          <p:cNvSpPr/>
          <p:nvPr/>
        </p:nvSpPr>
        <p:spPr>
          <a:xfrm>
            <a:off x="721041" y="1208110"/>
            <a:ext cx="534793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6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Alguns modelos: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46A91BD-2CAE-16BF-C644-06BC8E22A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1547">
            <a:off x="-1029447" y="2261597"/>
            <a:ext cx="6367550" cy="636755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03B0E7B-2CA6-D4B0-342A-76480C7E1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294" y="2762918"/>
            <a:ext cx="4762500" cy="47625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9158E87-9E1A-A3C5-8BD8-19A7DAF24F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6496">
            <a:off x="1871876" y="4770723"/>
            <a:ext cx="6544833" cy="654483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AE1E733-5FF1-935E-5EEE-BB6B9FD8D2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3" y="10725438"/>
            <a:ext cx="7059601" cy="705960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7F3D6F1-DC93-7BF3-694B-E02B136C18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138" y="8543618"/>
            <a:ext cx="5529850" cy="543110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4B7E7AA3-F89B-31F2-7F83-EBA740AF56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95596">
            <a:off x="-697802" y="9239858"/>
            <a:ext cx="5687301" cy="568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4368"/>
      </p:ext>
    </p:extLst>
  </p:cSld>
  <p:clrMapOvr>
    <a:masterClrMapping/>
  </p:clrMapOvr>
  <p:transition spd="slow" advTm="3227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1FAF5A7-E69E-3518-6FAA-2562BF09356F}"/>
              </a:ext>
            </a:extLst>
          </p:cNvPr>
          <p:cNvSpPr/>
          <p:nvPr/>
        </p:nvSpPr>
        <p:spPr>
          <a:xfrm>
            <a:off x="335707" y="1406892"/>
            <a:ext cx="9617185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6600" b="1" cap="none" spc="50" dirty="0">
                <a:ln w="0"/>
                <a:solidFill>
                  <a:srgbClr val="FFFF00"/>
                </a:solidFill>
                <a:effectLst>
                  <a:outerShdw blurRad="50800" dist="38100" dir="13800000" sx="99000" sy="990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wis721 Hv BT" panose="020B0804020202020204" pitchFamily="34" charset="0"/>
              </a:rPr>
              <a:t>Personalize sua Ideia,</a:t>
            </a:r>
          </a:p>
          <a:p>
            <a:pPr algn="ctr"/>
            <a:r>
              <a:rPr lang="pt-BR" sz="6600" b="1" cap="none" spc="50" dirty="0">
                <a:ln w="0"/>
                <a:solidFill>
                  <a:srgbClr val="FFFF00"/>
                </a:solidFill>
                <a:effectLst>
                  <a:outerShdw blurRad="50800" dist="38100" dir="13800000" sx="99000" sy="990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wis721 Hv BT" panose="020B0804020202020204" pitchFamily="34" charset="0"/>
              </a:rPr>
              <a:t>Você escolhe...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188A1C35-61AE-3A51-B5CC-9835D4C37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17313">
            <a:off x="-1365189" y="3261528"/>
            <a:ext cx="4323081" cy="432308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12023C83-ECB3-8DC6-4E78-B795DD6B85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226" y="4057382"/>
            <a:ext cx="10733040" cy="971926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89B94DC9-3672-C359-787B-E6B77D435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2534" flipH="1">
            <a:off x="7249172" y="11685925"/>
            <a:ext cx="2621671" cy="2621671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1FAC5674-893B-4197-CA9B-CD25DA63FB48}"/>
              </a:ext>
            </a:extLst>
          </p:cNvPr>
          <p:cNvSpPr/>
          <p:nvPr/>
        </p:nvSpPr>
        <p:spPr>
          <a:xfrm>
            <a:off x="1372909" y="13630453"/>
            <a:ext cx="754277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unse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pt-BR" sz="7200" b="1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12700" stA="57000" endPos="32000" dir="5400000" sy="-100000" algn="bl" rotWithShape="0"/>
                </a:effectLst>
              </a:rPr>
              <a:t>Conte com a gente.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3822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6088">
        <p:split orient="vert"/>
      </p:transition>
    </mc:Choice>
    <mc:Fallback>
      <p:transition spd="slow" advTm="6088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9|1|1.1|0.8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1.3|1.3"/>
</p:tagLst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224</TotalTime>
  <Words>54</Words>
  <Application>Microsoft Office PowerPoint</Application>
  <PresentationFormat>Personalizar</PresentationFormat>
  <Paragraphs>13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Exotc350 Bd BT</vt:lpstr>
      <vt:lpstr>Square721 BT</vt:lpstr>
      <vt:lpstr>Swis721 Hv BT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Leal</dc:creator>
  <cp:lastModifiedBy>Luciano Leal</cp:lastModifiedBy>
  <cp:revision>11</cp:revision>
  <dcterms:created xsi:type="dcterms:W3CDTF">2024-06-24T00:53:21Z</dcterms:created>
  <dcterms:modified xsi:type="dcterms:W3CDTF">2025-10-22T19:29:25Z</dcterms:modified>
</cp:coreProperties>
</file>