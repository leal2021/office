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285413" cy="1828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74" autoAdjust="0"/>
    <p:restoredTop sz="94660"/>
  </p:normalViewPr>
  <p:slideViewPr>
    <p:cSldViewPr snapToGrid="0">
      <p:cViewPr varScale="1">
        <p:scale>
          <a:sx n="24" d="100"/>
          <a:sy n="24" d="100"/>
        </p:scale>
        <p:origin x="183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406" y="2992968"/>
            <a:ext cx="8742601" cy="6366933"/>
          </a:xfrm>
        </p:spPr>
        <p:txBody>
          <a:bodyPr anchor="b"/>
          <a:lstStyle>
            <a:lvl1pPr algn="ctr"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677" y="9605435"/>
            <a:ext cx="7714060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259" indent="0" algn="ctr">
              <a:buNone/>
              <a:defRPr sz="2250"/>
            </a:lvl2pPr>
            <a:lvl3pPr marL="1028517" indent="0" algn="ctr">
              <a:buNone/>
              <a:defRPr sz="2025"/>
            </a:lvl3pPr>
            <a:lvl4pPr marL="1542776" indent="0" algn="ctr">
              <a:buNone/>
              <a:defRPr sz="1800"/>
            </a:lvl4pPr>
            <a:lvl5pPr marL="2057034" indent="0" algn="ctr">
              <a:buNone/>
              <a:defRPr sz="1800"/>
            </a:lvl5pPr>
            <a:lvl6pPr marL="2571293" indent="0" algn="ctr">
              <a:buNone/>
              <a:defRPr sz="1800"/>
            </a:lvl6pPr>
            <a:lvl7pPr marL="3085551" indent="0" algn="ctr">
              <a:buNone/>
              <a:defRPr sz="1800"/>
            </a:lvl7pPr>
            <a:lvl8pPr marL="3599810" indent="0" algn="ctr">
              <a:buNone/>
              <a:defRPr sz="1800"/>
            </a:lvl8pPr>
            <a:lvl9pPr marL="4114068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184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71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766" y="4559305"/>
            <a:ext cx="8871169" cy="7607299"/>
          </a:xfrm>
        </p:spPr>
        <p:txBody>
          <a:bodyPr anchor="b"/>
          <a:lstStyle>
            <a:lvl1pPr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766" y="12238572"/>
            <a:ext cx="8871169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259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517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27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2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555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5998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106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22" y="4868333"/>
            <a:ext cx="4371301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6990" y="4868333"/>
            <a:ext cx="4371301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38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973671"/>
            <a:ext cx="8871169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463" y="4483101"/>
            <a:ext cx="4351211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463" y="6680200"/>
            <a:ext cx="4351211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6991" y="4483101"/>
            <a:ext cx="437264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6991" y="6680200"/>
            <a:ext cx="437264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083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47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79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2640" y="2633138"/>
            <a:ext cx="5206990" cy="12996333"/>
          </a:xfrm>
        </p:spPr>
        <p:txBody>
          <a:bodyPr/>
          <a:lstStyle>
            <a:lvl1pPr>
              <a:defRPr sz="3599"/>
            </a:lvl1pPr>
            <a:lvl2pPr>
              <a:defRPr sz="3149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75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1219200"/>
            <a:ext cx="3317313" cy="426720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2640" y="2633138"/>
            <a:ext cx="5206990" cy="12996333"/>
          </a:xfrm>
        </p:spPr>
        <p:txBody>
          <a:bodyPr anchor="t"/>
          <a:lstStyle>
            <a:lvl1pPr marL="0" indent="0">
              <a:buNone/>
              <a:defRPr sz="3599"/>
            </a:lvl1pPr>
            <a:lvl2pPr marL="514259" indent="0">
              <a:buNone/>
              <a:defRPr sz="3149"/>
            </a:lvl2pPr>
            <a:lvl3pPr marL="1028517" indent="0">
              <a:buNone/>
              <a:defRPr sz="2700"/>
            </a:lvl3pPr>
            <a:lvl4pPr marL="1542776" indent="0">
              <a:buNone/>
              <a:defRPr sz="2250"/>
            </a:lvl4pPr>
            <a:lvl5pPr marL="2057034" indent="0">
              <a:buNone/>
              <a:defRPr sz="2250"/>
            </a:lvl5pPr>
            <a:lvl6pPr marL="2571293" indent="0">
              <a:buNone/>
              <a:defRPr sz="2250"/>
            </a:lvl6pPr>
            <a:lvl7pPr marL="3085551" indent="0">
              <a:buNone/>
              <a:defRPr sz="2250"/>
            </a:lvl7pPr>
            <a:lvl8pPr marL="3599810" indent="0">
              <a:buNone/>
              <a:defRPr sz="2250"/>
            </a:lvl8pPr>
            <a:lvl9pPr marL="4114068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5486400"/>
            <a:ext cx="3317313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97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0499" y="973667"/>
            <a:ext cx="2217792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23" y="973667"/>
            <a:ext cx="6524809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06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122" y="973671"/>
            <a:ext cx="8871169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22" y="4868333"/>
            <a:ext cx="8871169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122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533E-6EF4-4C98-B0DC-0B0CE676B32E}" type="datetimeFigureOut">
              <a:rPr lang="pt-BR" smtClean="0"/>
              <a:t>30/07/2025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043" y="16950271"/>
            <a:ext cx="3471327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4073" y="16950271"/>
            <a:ext cx="231421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175BB-1DEE-42FD-B06D-10F3F9D21C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07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28517" rtl="0" eaLnBrk="1" latinLnBrk="0" hangingPunct="1">
        <a:lnSpc>
          <a:spcPct val="90000"/>
        </a:lnSpc>
        <a:spcBef>
          <a:spcPct val="0"/>
        </a:spcBef>
        <a:buNone/>
        <a:defRPr sz="49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29" indent="-257129" algn="l" defTabSz="1028517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1pPr>
      <a:lvl2pPr marL="77138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646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99905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164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422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2681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6939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19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259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517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2776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4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293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5551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068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E42B92-0BE6-70AB-3E4F-49E94AEBF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41841">
            <a:off x="4621026" y="9393653"/>
            <a:ext cx="4978856" cy="430202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80C2429-B95B-C1E8-0281-CBB3004376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83481">
            <a:off x="-32504" y="8856520"/>
            <a:ext cx="5435448" cy="54354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063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4616"/>
    </mc:Choice>
    <mc:Fallback>
      <p:transition advTm="46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14502E-FFA4-6A02-5FC3-7B9877DA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5737171-A411-7197-EDF4-9AEAC7E94D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68365">
            <a:off x="184782" y="8660650"/>
            <a:ext cx="5501956" cy="550195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E614541-A678-3C94-5B93-EDD9C4D18C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7019">
            <a:off x="4022314" y="8214868"/>
            <a:ext cx="5492251" cy="549225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9136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59"/>
    </mc:Choice>
    <mc:Fallback>
      <p:transition spd="slow" advTm="31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96F39E-47D1-AAF2-5146-9F244757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D2C3BD-D195-FAD6-427C-AFBF64A0A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16478">
            <a:off x="-68685" y="8381649"/>
            <a:ext cx="6537429" cy="653742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89ABADF-369B-64C7-60B6-A2CCF6E22E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20820">
            <a:off x="4671411" y="8209927"/>
            <a:ext cx="5454977" cy="54549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9666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25"/>
    </mc:Choice>
    <mc:Fallback>
      <p:transition spd="slow" advTm="38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C0C7B-2286-AD2B-657E-19EB93D3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D9B91D-0206-B225-FA6D-F630ECD1E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57171">
            <a:off x="-29126" y="8695186"/>
            <a:ext cx="6300713" cy="630071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01A8DE-DDD6-2D43-16C3-D59819E7C1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80287">
            <a:off x="4102550" y="7877778"/>
            <a:ext cx="6182863" cy="61828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9834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66"/>
    </mc:Choice>
    <mc:Fallback>
      <p:transition spd="slow" advTm="34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835E2-8785-33EC-00CD-134E07DB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4C1A211-47D0-A920-58B7-758A5ABCB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8856"/>
            <a:ext cx="11991579" cy="119915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6672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2"/>
    </mc:Choice>
    <mc:Fallback>
      <p:transition spd="slow" advTm="30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3B73B-737A-7F77-E833-C4A6F707E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174D3662-1C47-7A43-EC78-74DF864414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520" y="6772723"/>
            <a:ext cx="9528279" cy="95282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8030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99"/>
    </mc:Choice>
    <mc:Fallback>
      <p:transition spd="slow" advTm="34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.3|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9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2|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7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0</Words>
  <Application>Microsoft Office PowerPoint</Application>
  <PresentationFormat>Personalizar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3</cp:revision>
  <dcterms:created xsi:type="dcterms:W3CDTF">2025-07-29T01:30:53Z</dcterms:created>
  <dcterms:modified xsi:type="dcterms:W3CDTF">2025-07-31T00:09:52Z</dcterms:modified>
</cp:coreProperties>
</file>