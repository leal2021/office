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0288588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25" d="100"/>
          <a:sy n="25" d="100"/>
        </p:scale>
        <p:origin x="2610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644" y="2992968"/>
            <a:ext cx="8745300" cy="6366933"/>
          </a:xfrm>
        </p:spPr>
        <p:txBody>
          <a:bodyPr anchor="b"/>
          <a:lstStyle>
            <a:lvl1pPr algn="ctr">
              <a:defRPr sz="675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6074" y="9605435"/>
            <a:ext cx="7716441" cy="4415365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441" indent="0" algn="ctr">
              <a:buNone/>
              <a:defRPr sz="2250"/>
            </a:lvl2pPr>
            <a:lvl3pPr marL="1028883" indent="0" algn="ctr">
              <a:buNone/>
              <a:defRPr sz="2025"/>
            </a:lvl3pPr>
            <a:lvl4pPr marL="1543324" indent="0" algn="ctr">
              <a:buNone/>
              <a:defRPr sz="1800"/>
            </a:lvl4pPr>
            <a:lvl5pPr marL="2057766" indent="0" algn="ctr">
              <a:buNone/>
              <a:defRPr sz="1800"/>
            </a:lvl5pPr>
            <a:lvl6pPr marL="2572207" indent="0" algn="ctr">
              <a:buNone/>
              <a:defRPr sz="1800"/>
            </a:lvl6pPr>
            <a:lvl7pPr marL="3086649" indent="0" algn="ctr">
              <a:buNone/>
              <a:defRPr sz="1800"/>
            </a:lvl7pPr>
            <a:lvl8pPr marL="3601090" indent="0" algn="ctr">
              <a:buNone/>
              <a:defRPr sz="1800"/>
            </a:lvl8pPr>
            <a:lvl9pPr marL="4115532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AF5B-4E0D-4517-B53F-FAFB2F7970C1}" type="datetimeFigureOut">
              <a:rPr lang="pt-BR" smtClean="0"/>
              <a:t>15/09/2024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A558-2B7A-49AD-A151-8C2B5DD62F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604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AF5B-4E0D-4517-B53F-FAFB2F7970C1}" type="datetimeFigureOut">
              <a:rPr lang="pt-BR" smtClean="0"/>
              <a:t>15/09/2024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A558-2B7A-49AD-A151-8C2B5DD62F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339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82" y="4559305"/>
            <a:ext cx="8873907" cy="7607299"/>
          </a:xfrm>
        </p:spPr>
        <p:txBody>
          <a:bodyPr anchor="b"/>
          <a:lstStyle>
            <a:lvl1pPr>
              <a:defRPr sz="675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982" y="12238572"/>
            <a:ext cx="8873907" cy="400049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/>
                </a:solidFill>
              </a:defRPr>
            </a:lvl1pPr>
            <a:lvl2pPr marL="514441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883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3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76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220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64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109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55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AF5B-4E0D-4517-B53F-FAFB2F7970C1}" type="datetimeFigureOut">
              <a:rPr lang="pt-BR" smtClean="0"/>
              <a:t>15/09/2024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A558-2B7A-49AD-A151-8C2B5DD62F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681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340" y="4868333"/>
            <a:ext cx="4372650" cy="11603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598" y="4868333"/>
            <a:ext cx="4372650" cy="11603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AF5B-4E0D-4517-B53F-FAFB2F7970C1}" type="datetimeFigureOut">
              <a:rPr lang="pt-BR" smtClean="0"/>
              <a:t>15/09/2024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A558-2B7A-49AD-A151-8C2B5DD62F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998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973671"/>
            <a:ext cx="8873907" cy="353483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682" y="4483101"/>
            <a:ext cx="4352554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441" indent="0">
              <a:buNone/>
              <a:defRPr sz="2250" b="1"/>
            </a:lvl2pPr>
            <a:lvl3pPr marL="1028883" indent="0">
              <a:buNone/>
              <a:defRPr sz="2025" b="1"/>
            </a:lvl3pPr>
            <a:lvl4pPr marL="1543324" indent="0">
              <a:buNone/>
              <a:defRPr sz="1800" b="1"/>
            </a:lvl4pPr>
            <a:lvl5pPr marL="2057766" indent="0">
              <a:buNone/>
              <a:defRPr sz="1800" b="1"/>
            </a:lvl5pPr>
            <a:lvl6pPr marL="2572207" indent="0">
              <a:buNone/>
              <a:defRPr sz="1800" b="1"/>
            </a:lvl6pPr>
            <a:lvl7pPr marL="3086649" indent="0">
              <a:buNone/>
              <a:defRPr sz="1800" b="1"/>
            </a:lvl7pPr>
            <a:lvl8pPr marL="3601090" indent="0">
              <a:buNone/>
              <a:defRPr sz="1800" b="1"/>
            </a:lvl8pPr>
            <a:lvl9pPr marL="4115532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682" y="6680200"/>
            <a:ext cx="4352554" cy="9825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598" y="4483101"/>
            <a:ext cx="4373990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441" indent="0">
              <a:buNone/>
              <a:defRPr sz="2250" b="1"/>
            </a:lvl2pPr>
            <a:lvl3pPr marL="1028883" indent="0">
              <a:buNone/>
              <a:defRPr sz="2025" b="1"/>
            </a:lvl3pPr>
            <a:lvl4pPr marL="1543324" indent="0">
              <a:buNone/>
              <a:defRPr sz="1800" b="1"/>
            </a:lvl4pPr>
            <a:lvl5pPr marL="2057766" indent="0">
              <a:buNone/>
              <a:defRPr sz="1800" b="1"/>
            </a:lvl5pPr>
            <a:lvl6pPr marL="2572207" indent="0">
              <a:buNone/>
              <a:defRPr sz="1800" b="1"/>
            </a:lvl6pPr>
            <a:lvl7pPr marL="3086649" indent="0">
              <a:buNone/>
              <a:defRPr sz="1800" b="1"/>
            </a:lvl7pPr>
            <a:lvl8pPr marL="3601090" indent="0">
              <a:buNone/>
              <a:defRPr sz="1800" b="1"/>
            </a:lvl8pPr>
            <a:lvl9pPr marL="4115532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598" y="6680200"/>
            <a:ext cx="4373990" cy="9825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AF5B-4E0D-4517-B53F-FAFB2F7970C1}" type="datetimeFigureOut">
              <a:rPr lang="pt-BR" smtClean="0"/>
              <a:t>15/09/2024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A558-2B7A-49AD-A151-8C2B5DD62F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8295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AF5B-4E0D-4517-B53F-FAFB2F7970C1}" type="datetimeFigureOut">
              <a:rPr lang="pt-BR" smtClean="0"/>
              <a:t>15/09/2024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A558-2B7A-49AD-A151-8C2B5DD62F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7775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AF5B-4E0D-4517-B53F-FAFB2F7970C1}" type="datetimeFigureOut">
              <a:rPr lang="pt-BR" smtClean="0"/>
              <a:t>15/09/2024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A558-2B7A-49AD-A151-8C2B5DD62F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4479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1219200"/>
            <a:ext cx="3318337" cy="4267200"/>
          </a:xfrm>
        </p:spPr>
        <p:txBody>
          <a:bodyPr anchor="b"/>
          <a:lstStyle>
            <a:lvl1pPr>
              <a:defRPr sz="36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990" y="2633138"/>
            <a:ext cx="5208598" cy="12996333"/>
          </a:xfrm>
        </p:spPr>
        <p:txBody>
          <a:bodyPr/>
          <a:lstStyle>
            <a:lvl1pPr>
              <a:defRPr sz="3601"/>
            </a:lvl1pPr>
            <a:lvl2pPr>
              <a:defRPr sz="3151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681" y="5486400"/>
            <a:ext cx="3318337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441" indent="0">
              <a:buNone/>
              <a:defRPr sz="1575"/>
            </a:lvl2pPr>
            <a:lvl3pPr marL="1028883" indent="0">
              <a:buNone/>
              <a:defRPr sz="1350"/>
            </a:lvl3pPr>
            <a:lvl4pPr marL="1543324" indent="0">
              <a:buNone/>
              <a:defRPr sz="1125"/>
            </a:lvl4pPr>
            <a:lvl5pPr marL="2057766" indent="0">
              <a:buNone/>
              <a:defRPr sz="1125"/>
            </a:lvl5pPr>
            <a:lvl6pPr marL="2572207" indent="0">
              <a:buNone/>
              <a:defRPr sz="1125"/>
            </a:lvl6pPr>
            <a:lvl7pPr marL="3086649" indent="0">
              <a:buNone/>
              <a:defRPr sz="1125"/>
            </a:lvl7pPr>
            <a:lvl8pPr marL="3601090" indent="0">
              <a:buNone/>
              <a:defRPr sz="1125"/>
            </a:lvl8pPr>
            <a:lvl9pPr marL="4115532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AF5B-4E0D-4517-B53F-FAFB2F7970C1}" type="datetimeFigureOut">
              <a:rPr lang="pt-BR" smtClean="0"/>
              <a:t>15/09/2024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A558-2B7A-49AD-A151-8C2B5DD62F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5871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1219200"/>
            <a:ext cx="3318337" cy="4267200"/>
          </a:xfrm>
        </p:spPr>
        <p:txBody>
          <a:bodyPr anchor="b"/>
          <a:lstStyle>
            <a:lvl1pPr>
              <a:defRPr sz="36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3990" y="2633138"/>
            <a:ext cx="5208598" cy="12996333"/>
          </a:xfrm>
        </p:spPr>
        <p:txBody>
          <a:bodyPr anchor="t"/>
          <a:lstStyle>
            <a:lvl1pPr marL="0" indent="0">
              <a:buNone/>
              <a:defRPr sz="3601"/>
            </a:lvl1pPr>
            <a:lvl2pPr marL="514441" indent="0">
              <a:buNone/>
              <a:defRPr sz="3151"/>
            </a:lvl2pPr>
            <a:lvl3pPr marL="1028883" indent="0">
              <a:buNone/>
              <a:defRPr sz="2700"/>
            </a:lvl3pPr>
            <a:lvl4pPr marL="1543324" indent="0">
              <a:buNone/>
              <a:defRPr sz="2250"/>
            </a:lvl4pPr>
            <a:lvl5pPr marL="2057766" indent="0">
              <a:buNone/>
              <a:defRPr sz="2250"/>
            </a:lvl5pPr>
            <a:lvl6pPr marL="2572207" indent="0">
              <a:buNone/>
              <a:defRPr sz="2250"/>
            </a:lvl6pPr>
            <a:lvl7pPr marL="3086649" indent="0">
              <a:buNone/>
              <a:defRPr sz="2250"/>
            </a:lvl7pPr>
            <a:lvl8pPr marL="3601090" indent="0">
              <a:buNone/>
              <a:defRPr sz="2250"/>
            </a:lvl8pPr>
            <a:lvl9pPr marL="4115532" indent="0">
              <a:buNone/>
              <a:defRPr sz="225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681" y="5486400"/>
            <a:ext cx="3318337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441" indent="0">
              <a:buNone/>
              <a:defRPr sz="1575"/>
            </a:lvl2pPr>
            <a:lvl3pPr marL="1028883" indent="0">
              <a:buNone/>
              <a:defRPr sz="1350"/>
            </a:lvl3pPr>
            <a:lvl4pPr marL="1543324" indent="0">
              <a:buNone/>
              <a:defRPr sz="1125"/>
            </a:lvl4pPr>
            <a:lvl5pPr marL="2057766" indent="0">
              <a:buNone/>
              <a:defRPr sz="1125"/>
            </a:lvl5pPr>
            <a:lvl6pPr marL="2572207" indent="0">
              <a:buNone/>
              <a:defRPr sz="1125"/>
            </a:lvl6pPr>
            <a:lvl7pPr marL="3086649" indent="0">
              <a:buNone/>
              <a:defRPr sz="1125"/>
            </a:lvl7pPr>
            <a:lvl8pPr marL="3601090" indent="0">
              <a:buNone/>
              <a:defRPr sz="1125"/>
            </a:lvl8pPr>
            <a:lvl9pPr marL="4115532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AF5B-4E0D-4517-B53F-FAFB2F7970C1}" type="datetimeFigureOut">
              <a:rPr lang="pt-BR" smtClean="0"/>
              <a:t>15/09/2024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A558-2B7A-49AD-A151-8C2B5DD62F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3543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AF5B-4E0D-4517-B53F-FAFB2F7970C1}" type="datetimeFigureOut">
              <a:rPr lang="pt-BR" smtClean="0"/>
              <a:t>15/09/2024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A558-2B7A-49AD-A151-8C2B5DD62F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0042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2771" y="973667"/>
            <a:ext cx="2218477" cy="154982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341" y="973667"/>
            <a:ext cx="6526823" cy="1549823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AF5B-4E0D-4517-B53F-FAFB2F7970C1}" type="datetimeFigureOut">
              <a:rPr lang="pt-BR" smtClean="0"/>
              <a:t>15/09/2024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6A558-2B7A-49AD-A151-8C2B5DD62F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5626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341" y="973671"/>
            <a:ext cx="8873907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341" y="4868333"/>
            <a:ext cx="8873907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341" y="16950271"/>
            <a:ext cx="2314932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FAF5B-4E0D-4517-B53F-FAFB2F7970C1}" type="datetimeFigureOut">
              <a:rPr lang="pt-BR" smtClean="0"/>
              <a:t>15/09/2024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8095" y="16950271"/>
            <a:ext cx="3472398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6315" y="16950271"/>
            <a:ext cx="2314932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6A558-2B7A-49AD-A151-8C2B5DD62F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358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28883" rtl="0" eaLnBrk="1" latinLnBrk="0" hangingPunct="1">
        <a:lnSpc>
          <a:spcPct val="90000"/>
        </a:lnSpc>
        <a:spcBef>
          <a:spcPct val="0"/>
        </a:spcBef>
        <a:buNone/>
        <a:defRPr sz="49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21" indent="-257221" algn="l" defTabSz="1028883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1" kern="1200">
          <a:solidFill>
            <a:schemeClr val="tx1"/>
          </a:solidFill>
          <a:latin typeface="+mn-lt"/>
          <a:ea typeface="+mn-ea"/>
          <a:cs typeface="+mn-cs"/>
        </a:defRPr>
      </a:lvl1pPr>
      <a:lvl2pPr marL="771662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6104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545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986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9428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869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8311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2752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441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883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324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766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2207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649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1090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5532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F2200CE2-2EE6-E072-473D-8DE18C5A9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4019963" y="4019963"/>
            <a:ext cx="18288002" cy="10248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8EE78FA-3C2A-5EB0-8878-0189850A0428}"/>
              </a:ext>
            </a:extLst>
          </p:cNvPr>
          <p:cNvSpPr/>
          <p:nvPr/>
        </p:nvSpPr>
        <p:spPr>
          <a:xfrm>
            <a:off x="755375" y="4055168"/>
            <a:ext cx="675860" cy="4890052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550DA40-76D9-E821-6B28-911ECC9CD7AB}"/>
              </a:ext>
            </a:extLst>
          </p:cNvPr>
          <p:cNvSpPr/>
          <p:nvPr/>
        </p:nvSpPr>
        <p:spPr>
          <a:xfrm>
            <a:off x="1496481" y="4055167"/>
            <a:ext cx="7479945" cy="452705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B8BED36-92F0-4180-6BC0-089A9679AE9D}"/>
              </a:ext>
            </a:extLst>
          </p:cNvPr>
          <p:cNvSpPr/>
          <p:nvPr/>
        </p:nvSpPr>
        <p:spPr>
          <a:xfrm>
            <a:off x="1695266" y="4174438"/>
            <a:ext cx="7281160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7200" b="0" cap="none" spc="0" dirty="0">
                <a:ln w="0"/>
                <a:solidFill>
                  <a:schemeClr val="bg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 sua empresa </a:t>
            </a:r>
          </a:p>
          <a:p>
            <a:pPr algn="ctr"/>
            <a:r>
              <a:rPr lang="pt-BR" sz="7200" b="0" cap="none" spc="0" dirty="0">
                <a:ln w="0"/>
                <a:solidFill>
                  <a:schemeClr val="bg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ou</a:t>
            </a:r>
          </a:p>
          <a:p>
            <a:pPr algn="ctr"/>
            <a:r>
              <a:rPr lang="pt-BR" sz="7200" dirty="0">
                <a:ln w="0"/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negócio</a:t>
            </a:r>
            <a:endParaRPr lang="pt-BR" sz="7200" b="0" cap="none" spc="0" dirty="0">
              <a:ln w="0"/>
              <a:solidFill>
                <a:schemeClr val="bg1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3B3442A-4217-9410-476E-77E02CEDE7DA}"/>
              </a:ext>
            </a:extLst>
          </p:cNvPr>
          <p:cNvSpPr txBox="1"/>
          <p:nvPr/>
        </p:nvSpPr>
        <p:spPr>
          <a:xfrm>
            <a:off x="8081174" y="993913"/>
            <a:ext cx="16957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	.	.</a:t>
            </a:r>
          </a:p>
          <a:p>
            <a:r>
              <a:rPr lang="pt-BR" sz="2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	.	.	</a:t>
            </a:r>
          </a:p>
          <a:p>
            <a:r>
              <a:rPr lang="pt-BR" sz="2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	.	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69C852F-1D94-1282-8A43-B8D29F0C241A}"/>
              </a:ext>
            </a:extLst>
          </p:cNvPr>
          <p:cNvSpPr txBox="1"/>
          <p:nvPr/>
        </p:nvSpPr>
        <p:spPr>
          <a:xfrm>
            <a:off x="1093304" y="15385774"/>
            <a:ext cx="16957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	.	.</a:t>
            </a:r>
          </a:p>
          <a:p>
            <a:r>
              <a:rPr lang="pt-BR" sz="2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	.	.	</a:t>
            </a:r>
          </a:p>
          <a:p>
            <a:r>
              <a:rPr lang="pt-BR" sz="2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	.	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339B9C6-29FA-4BEA-F14F-DAC5AC787C5C}"/>
              </a:ext>
            </a:extLst>
          </p:cNvPr>
          <p:cNvSpPr/>
          <p:nvPr/>
        </p:nvSpPr>
        <p:spPr>
          <a:xfrm>
            <a:off x="2927812" y="7474228"/>
            <a:ext cx="4657044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6600" b="1" cap="none" spc="0" dirty="0">
                <a:ln w="0"/>
                <a:solidFill>
                  <a:schemeClr val="bg1"/>
                </a:solidFill>
                <a:effectLst/>
                <a:latin typeface="Ancress-Regular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Necessita: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4743552-F6FE-384A-D655-6F2EB20C7D47}"/>
              </a:ext>
            </a:extLst>
          </p:cNvPr>
          <p:cNvSpPr/>
          <p:nvPr/>
        </p:nvSpPr>
        <p:spPr>
          <a:xfrm>
            <a:off x="1326765" y="11726952"/>
            <a:ext cx="8153515" cy="378565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pt-BR" sz="8000" b="1" cap="none" spc="0" dirty="0">
                <a:ln/>
                <a:solidFill>
                  <a:schemeClr val="bg1"/>
                </a:solidFill>
                <a:effectLst/>
                <a:latin typeface="BigNoodleTitling" panose="02000708030402040100" pitchFamily="2" charset="0"/>
              </a:rPr>
              <a:t>Novas parcerias e gerar </a:t>
            </a:r>
          </a:p>
          <a:p>
            <a:pPr algn="ctr"/>
            <a:r>
              <a:rPr lang="pt-BR" sz="8000" b="1" dirty="0">
                <a:ln/>
                <a:solidFill>
                  <a:schemeClr val="bg1"/>
                </a:solidFill>
                <a:latin typeface="BigNoodleTitling" panose="02000708030402040100" pitchFamily="2" charset="0"/>
              </a:rPr>
              <a:t>Novos negócios.</a:t>
            </a:r>
          </a:p>
          <a:p>
            <a:pPr algn="ctr"/>
            <a:r>
              <a:rPr lang="pt-BR" sz="8000" b="1" cap="none" spc="0" dirty="0">
                <a:ln/>
                <a:solidFill>
                  <a:schemeClr val="bg1"/>
                </a:solidFill>
                <a:effectLst/>
                <a:latin typeface="BigNoodleTitling" panose="02000708030402040100" pitchFamily="2" charset="0"/>
              </a:rPr>
              <a:t>Conte com a Gente.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FE1CF91-D973-F8FD-FDC3-AA420A8E49BE}"/>
              </a:ext>
            </a:extLst>
          </p:cNvPr>
          <p:cNvSpPr/>
          <p:nvPr/>
        </p:nvSpPr>
        <p:spPr>
          <a:xfrm>
            <a:off x="1268454" y="11743184"/>
            <a:ext cx="8153515" cy="378565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pt-BR" sz="8000" b="1" cap="none" spc="0" dirty="0">
                <a:ln/>
                <a:effectLst/>
                <a:latin typeface="BigNoodleTitling" panose="02000708030402040100" pitchFamily="2" charset="0"/>
              </a:rPr>
              <a:t>Novas parcerias e gerar </a:t>
            </a:r>
          </a:p>
          <a:p>
            <a:pPr algn="ctr"/>
            <a:r>
              <a:rPr lang="pt-BR" sz="8000" b="1" dirty="0">
                <a:ln/>
                <a:latin typeface="BigNoodleTitling" panose="02000708030402040100" pitchFamily="2" charset="0"/>
              </a:rPr>
              <a:t>Novos negócios.</a:t>
            </a:r>
          </a:p>
          <a:p>
            <a:pPr algn="ctr"/>
            <a:r>
              <a:rPr lang="pt-BR" sz="8000" b="1" cap="none" spc="0" dirty="0">
                <a:ln/>
                <a:effectLst/>
                <a:latin typeface="BigNoodleTitling" panose="02000708030402040100" pitchFamily="2" charset="0"/>
              </a:rPr>
              <a:t>Conte com a Gente.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42E7C21-432B-595E-55DA-4DA99CDD7A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966" y="8849633"/>
            <a:ext cx="1395485" cy="138967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00A4F35-F7AC-89E2-819A-9390738BAF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7113" y="8851220"/>
            <a:ext cx="1395486" cy="1407262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DB39B00F-1D30-58A2-A0D5-0510B3E194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320" y="8849633"/>
            <a:ext cx="1395485" cy="138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093982"/>
      </p:ext>
    </p:extLst>
  </p:cSld>
  <p:clrMapOvr>
    <a:masterClrMapping/>
  </p:clrMapOvr>
  <p:transition spd="slow" advTm="2842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B94AC69F-471D-26DB-60BB-7106AFF91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813" y="10636267"/>
            <a:ext cx="10396212" cy="753725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71C7054-A18D-1EDC-9640-D532B32747A8}"/>
              </a:ext>
            </a:extLst>
          </p:cNvPr>
          <p:cNvSpPr/>
          <p:nvPr/>
        </p:nvSpPr>
        <p:spPr>
          <a:xfrm>
            <a:off x="2836738" y="3491710"/>
            <a:ext cx="588494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7200" b="0" cap="none" spc="0" dirty="0">
                <a:ln w="0"/>
                <a:solidFill>
                  <a:schemeClr val="bg1"/>
                </a:solidFill>
                <a:effectLst>
                  <a:outerShdw blurRad="50800" dist="38100" dir="5400000" sx="101000" sy="101000" algn="l" rotWithShape="0">
                    <a:srgbClr val="FFFF00">
                      <a:alpha val="40000"/>
                    </a:srgbClr>
                  </a:outerShdw>
                </a:effectLst>
                <a:latin typeface="Earth" pitchFamily="50" charset="0"/>
              </a:rPr>
              <a:t>gráfica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C493F04-C028-783B-A882-489493E738E6}"/>
              </a:ext>
            </a:extLst>
          </p:cNvPr>
          <p:cNvSpPr/>
          <p:nvPr/>
        </p:nvSpPr>
        <p:spPr>
          <a:xfrm>
            <a:off x="2575482" y="977309"/>
            <a:ext cx="704551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8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Suporte em: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11A74B3-7FE3-6619-43A2-CB071F7B6567}"/>
              </a:ext>
            </a:extLst>
          </p:cNvPr>
          <p:cNvSpPr/>
          <p:nvPr/>
        </p:nvSpPr>
        <p:spPr>
          <a:xfrm>
            <a:off x="1203247" y="5797947"/>
            <a:ext cx="7882093" cy="784830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7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Criação de Logos</a:t>
            </a:r>
          </a:p>
          <a:p>
            <a:pPr algn="ctr"/>
            <a:r>
              <a:rPr lang="pt-BR" sz="7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Cartão de Visita</a:t>
            </a:r>
          </a:p>
          <a:p>
            <a:pPr algn="ctr"/>
            <a:r>
              <a:rPr lang="pt-BR" sz="7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Banners</a:t>
            </a:r>
          </a:p>
          <a:p>
            <a:pPr algn="ctr"/>
            <a:r>
              <a:rPr lang="pt-BR" sz="7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Folders</a:t>
            </a:r>
          </a:p>
          <a:p>
            <a:pPr algn="ctr"/>
            <a:r>
              <a:rPr lang="pt-BR" sz="7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Cardápio Digital</a:t>
            </a:r>
          </a:p>
          <a:p>
            <a:pPr algn="ctr"/>
            <a:r>
              <a:rPr lang="pt-BR" sz="7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Artes para</a:t>
            </a:r>
          </a:p>
          <a:p>
            <a:pPr algn="ctr"/>
            <a:r>
              <a:rPr lang="pt-BR" sz="7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Redes Sociais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AB05403-B5F8-A0B2-1991-016C0B167C50}"/>
              </a:ext>
            </a:extLst>
          </p:cNvPr>
          <p:cNvSpPr/>
          <p:nvPr/>
        </p:nvSpPr>
        <p:spPr>
          <a:xfrm>
            <a:off x="871812" y="2651473"/>
            <a:ext cx="389882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7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arth" pitchFamily="50" charset="0"/>
              </a:rPr>
              <a:t>Área</a:t>
            </a:r>
          </a:p>
        </p:txBody>
      </p:sp>
    </p:spTree>
    <p:extLst>
      <p:ext uri="{BB962C8B-B14F-4D97-AF65-F5344CB8AC3E}">
        <p14:creationId xmlns:p14="http://schemas.microsoft.com/office/powerpoint/2010/main" val="3918806697"/>
      </p:ext>
    </p:extLst>
  </p:cSld>
  <p:clrMapOvr>
    <a:masterClrMapping/>
  </p:clrMapOvr>
  <p:transition spd="slow" advTm="4205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102F16F7-73FC-B83E-56D3-C3702D6CB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99056" y="8131369"/>
            <a:ext cx="9979343" cy="9979343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71C7054-A18D-1EDC-9640-D532B32747A8}"/>
              </a:ext>
            </a:extLst>
          </p:cNvPr>
          <p:cNvSpPr/>
          <p:nvPr/>
        </p:nvSpPr>
        <p:spPr>
          <a:xfrm>
            <a:off x="2606398" y="3938023"/>
            <a:ext cx="4908716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7200" b="0" cap="none" spc="0" dirty="0">
                <a:ln w="0"/>
                <a:solidFill>
                  <a:schemeClr val="bg1"/>
                </a:solidFill>
                <a:effectLst>
                  <a:outerShdw blurRad="50800" dist="38100" dir="5400000" sx="101000" sy="101000" algn="l" rotWithShape="0">
                    <a:srgbClr val="FFFF00">
                      <a:alpha val="40000"/>
                    </a:srgbClr>
                  </a:outerShdw>
                </a:effectLst>
                <a:latin typeface="Earth" pitchFamily="50" charset="0"/>
              </a:rPr>
              <a:t>De </a:t>
            </a:r>
            <a:r>
              <a:rPr lang="pt-BR" sz="7200" b="0" cap="none" spc="0" dirty="0" err="1">
                <a:ln w="0"/>
                <a:solidFill>
                  <a:schemeClr val="bg1"/>
                </a:solidFill>
                <a:effectLst>
                  <a:outerShdw blurRad="50800" dist="38100" dir="5400000" sx="101000" sy="101000" algn="l" rotWithShape="0">
                    <a:srgbClr val="FFFF00">
                      <a:alpha val="40000"/>
                    </a:srgbClr>
                  </a:outerShdw>
                </a:effectLst>
                <a:latin typeface="Earth" pitchFamily="50" charset="0"/>
              </a:rPr>
              <a:t>pcs</a:t>
            </a:r>
            <a:endParaRPr lang="pt-BR" sz="7200" b="0" cap="none" spc="0" dirty="0">
              <a:ln w="0"/>
              <a:solidFill>
                <a:schemeClr val="bg1"/>
              </a:solidFill>
              <a:effectLst>
                <a:outerShdw blurRad="50800" dist="38100" dir="5400000" sx="101000" sy="101000" algn="l" rotWithShape="0">
                  <a:srgbClr val="FFFF00">
                    <a:alpha val="40000"/>
                  </a:srgbClr>
                </a:outerShdw>
              </a:effectLst>
              <a:latin typeface="Earth" pitchFamily="50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C493F04-C028-783B-A882-489493E738E6}"/>
              </a:ext>
            </a:extLst>
          </p:cNvPr>
          <p:cNvSpPr/>
          <p:nvPr/>
        </p:nvSpPr>
        <p:spPr>
          <a:xfrm>
            <a:off x="2575482" y="1129709"/>
            <a:ext cx="704551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8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Suporte em: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11A74B3-7FE3-6619-43A2-CB071F7B6567}"/>
              </a:ext>
            </a:extLst>
          </p:cNvPr>
          <p:cNvSpPr/>
          <p:nvPr/>
        </p:nvSpPr>
        <p:spPr>
          <a:xfrm>
            <a:off x="303870" y="5950347"/>
            <a:ext cx="9680855" cy="87100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8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Formatação</a:t>
            </a:r>
          </a:p>
          <a:p>
            <a:pPr algn="ctr"/>
            <a:r>
              <a:rPr lang="pt-BR" sz="80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Remoção de Vírus</a:t>
            </a:r>
          </a:p>
          <a:p>
            <a:pPr algn="ctr"/>
            <a:r>
              <a:rPr lang="pt-BR" sz="80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Pacote Office</a:t>
            </a:r>
          </a:p>
          <a:p>
            <a:pPr algn="ctr"/>
            <a:r>
              <a:rPr lang="pt-BR" sz="8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Drives</a:t>
            </a:r>
          </a:p>
          <a:p>
            <a:pPr algn="ctr"/>
            <a:r>
              <a:rPr lang="pt-BR" sz="80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Atualizaçõ</a:t>
            </a:r>
            <a:r>
              <a:rPr lang="pt-BR" sz="8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es</a:t>
            </a:r>
          </a:p>
          <a:p>
            <a:pPr algn="ctr"/>
            <a:r>
              <a:rPr lang="pt-BR" sz="80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Backup</a:t>
            </a:r>
            <a:r>
              <a:rPr lang="pt-BR" sz="8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s</a:t>
            </a:r>
          </a:p>
          <a:p>
            <a:pPr algn="ctr"/>
            <a:r>
              <a:rPr lang="pt-BR" sz="8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Arquivos na Nuvem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AB05403-B5F8-A0B2-1991-016C0B167C50}"/>
              </a:ext>
            </a:extLst>
          </p:cNvPr>
          <p:cNvSpPr/>
          <p:nvPr/>
        </p:nvSpPr>
        <p:spPr>
          <a:xfrm>
            <a:off x="1990616" y="2803873"/>
            <a:ext cx="636385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9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osova" panose="02000000000000000000" pitchFamily="2" charset="0"/>
              </a:rPr>
              <a:t>manutenção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B15EBC4-D20D-1EEC-C10F-BB27A8020FEC}"/>
              </a:ext>
            </a:extLst>
          </p:cNvPr>
          <p:cNvSpPr/>
          <p:nvPr/>
        </p:nvSpPr>
        <p:spPr>
          <a:xfrm>
            <a:off x="810729" y="15513963"/>
            <a:ext cx="87286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Não perca seus arquivos.</a:t>
            </a:r>
          </a:p>
        </p:txBody>
      </p:sp>
    </p:spTree>
    <p:extLst>
      <p:ext uri="{BB962C8B-B14F-4D97-AF65-F5344CB8AC3E}">
        <p14:creationId xmlns:p14="http://schemas.microsoft.com/office/powerpoint/2010/main" val="423295303"/>
      </p:ext>
    </p:extLst>
  </p:cSld>
  <p:clrMapOvr>
    <a:masterClrMapping/>
  </p:clrMapOvr>
  <p:transition spd="slow" advTm="4159">
    <p:push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B15EBC4-D20D-1EEC-C10F-BB27A8020FEC}"/>
              </a:ext>
            </a:extLst>
          </p:cNvPr>
          <p:cNvSpPr/>
          <p:nvPr/>
        </p:nvSpPr>
        <p:spPr>
          <a:xfrm>
            <a:off x="1826667" y="14066163"/>
            <a:ext cx="67730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Conte com a gente!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C7AC546-571D-3431-7456-5817771FA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23" y="9568974"/>
            <a:ext cx="8676077" cy="417925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C43D266-FA16-8636-8DC2-E0C949763B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842" y="5623401"/>
            <a:ext cx="1619250" cy="161925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D43FBF9-2488-1E8D-6895-10D2F92854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42" y="7724775"/>
            <a:ext cx="1619250" cy="1590675"/>
          </a:xfrm>
          <a:prstGeom prst="rect">
            <a:avLst/>
          </a:prstGeom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0D2AD405-9784-A905-01E4-A83FF55808C9}"/>
              </a:ext>
            </a:extLst>
          </p:cNvPr>
          <p:cNvSpPr/>
          <p:nvPr/>
        </p:nvSpPr>
        <p:spPr>
          <a:xfrm>
            <a:off x="1412349" y="2168644"/>
            <a:ext cx="7463903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7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Para cada Perfil</a:t>
            </a:r>
          </a:p>
          <a:p>
            <a:pPr algn="ctr"/>
            <a:r>
              <a:rPr lang="pt-BR" sz="7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quare721 BT" panose="020B0504020202060204" pitchFamily="34" charset="0"/>
              </a:rPr>
              <a:t>a solução certa.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C0418963-63E5-6069-9DE7-ECCCA57D4F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749" y="7329487"/>
            <a:ext cx="8876239" cy="238125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5E159DF7-1733-CFA1-1D6B-9A8F50C535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699" y="5319540"/>
            <a:ext cx="7970290" cy="231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895213"/>
      </p:ext>
    </p:extLst>
  </p:cSld>
  <p:clrMapOvr>
    <a:masterClrMapping/>
  </p:clrMapOvr>
  <p:transition spd="slow" advTm="5045">
    <p:push/>
  </p:transition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169</TotalTime>
  <Words>117</Words>
  <Application>Microsoft Office PowerPoint</Application>
  <PresentationFormat>Personalizar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4" baseType="lpstr">
      <vt:lpstr>ADLaM Display</vt:lpstr>
      <vt:lpstr>Ancress-Regular</vt:lpstr>
      <vt:lpstr>Arial</vt:lpstr>
      <vt:lpstr>BigNoodleTitling</vt:lpstr>
      <vt:lpstr>Calibri</vt:lpstr>
      <vt:lpstr>Calibri Light</vt:lpstr>
      <vt:lpstr>Earth</vt:lpstr>
      <vt:lpstr>Kosova</vt:lpstr>
      <vt:lpstr>Square721 BT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Luciano Leal</dc:creator>
  <cp:lastModifiedBy>Luciano Leal</cp:lastModifiedBy>
  <cp:revision>11</cp:revision>
  <dcterms:created xsi:type="dcterms:W3CDTF">2024-09-15T15:58:00Z</dcterms:created>
  <dcterms:modified xsi:type="dcterms:W3CDTF">2024-09-15T20:44:12Z</dcterms:modified>
</cp:coreProperties>
</file>