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0288588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26" d="100"/>
          <a:sy n="26" d="100"/>
        </p:scale>
        <p:origin x="26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628A6F-3D03-4343-9793-E2F73CD7A099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83684-F395-44D1-8082-D8D0B9E4AD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885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644" y="2992968"/>
            <a:ext cx="8745300" cy="6366933"/>
          </a:xfrm>
        </p:spPr>
        <p:txBody>
          <a:bodyPr anchor="b"/>
          <a:lstStyle>
            <a:lvl1pPr algn="ctr">
              <a:defRPr sz="675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6074" y="9605435"/>
            <a:ext cx="7716441" cy="4415365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441" indent="0" algn="ctr">
              <a:buNone/>
              <a:defRPr sz="2250"/>
            </a:lvl2pPr>
            <a:lvl3pPr marL="1028883" indent="0" algn="ctr">
              <a:buNone/>
              <a:defRPr sz="2025"/>
            </a:lvl3pPr>
            <a:lvl4pPr marL="1543324" indent="0" algn="ctr">
              <a:buNone/>
              <a:defRPr sz="1800"/>
            </a:lvl4pPr>
            <a:lvl5pPr marL="2057766" indent="0" algn="ctr">
              <a:buNone/>
              <a:defRPr sz="1800"/>
            </a:lvl5pPr>
            <a:lvl6pPr marL="2572207" indent="0" algn="ctr">
              <a:buNone/>
              <a:defRPr sz="1800"/>
            </a:lvl6pPr>
            <a:lvl7pPr marL="3086649" indent="0" algn="ctr">
              <a:buNone/>
              <a:defRPr sz="1800"/>
            </a:lvl7pPr>
            <a:lvl8pPr marL="3601090" indent="0" algn="ctr">
              <a:buNone/>
              <a:defRPr sz="1800"/>
            </a:lvl8pPr>
            <a:lvl9pPr marL="4115532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9361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357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82" y="4559305"/>
            <a:ext cx="8873907" cy="7607299"/>
          </a:xfrm>
        </p:spPr>
        <p:txBody>
          <a:bodyPr anchor="b"/>
          <a:lstStyle>
            <a:lvl1pPr>
              <a:defRPr sz="675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982" y="12238572"/>
            <a:ext cx="8873907" cy="400049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514441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883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3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76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220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64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109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55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6138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340" y="4868333"/>
            <a:ext cx="4372650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598" y="4868333"/>
            <a:ext cx="4372650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791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973671"/>
            <a:ext cx="8873907" cy="353483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682" y="4483101"/>
            <a:ext cx="4352554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682" y="6680200"/>
            <a:ext cx="4352554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598" y="4483101"/>
            <a:ext cx="4373990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598" y="6680200"/>
            <a:ext cx="4373990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6577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090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165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1219200"/>
            <a:ext cx="3318337" cy="4267200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990" y="2633138"/>
            <a:ext cx="5208598" cy="12996333"/>
          </a:xfrm>
        </p:spPr>
        <p:txBody>
          <a:bodyPr/>
          <a:lstStyle>
            <a:lvl1pPr>
              <a:defRPr sz="3601"/>
            </a:lvl1pPr>
            <a:lvl2pPr>
              <a:defRPr sz="3151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5486400"/>
            <a:ext cx="3318337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17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1219200"/>
            <a:ext cx="3318337" cy="4267200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3990" y="2633138"/>
            <a:ext cx="5208598" cy="12996333"/>
          </a:xfrm>
        </p:spPr>
        <p:txBody>
          <a:bodyPr anchor="t"/>
          <a:lstStyle>
            <a:lvl1pPr marL="0" indent="0">
              <a:buNone/>
              <a:defRPr sz="3601"/>
            </a:lvl1pPr>
            <a:lvl2pPr marL="514441" indent="0">
              <a:buNone/>
              <a:defRPr sz="3151"/>
            </a:lvl2pPr>
            <a:lvl3pPr marL="1028883" indent="0">
              <a:buNone/>
              <a:defRPr sz="2700"/>
            </a:lvl3pPr>
            <a:lvl4pPr marL="1543324" indent="0">
              <a:buNone/>
              <a:defRPr sz="2250"/>
            </a:lvl4pPr>
            <a:lvl5pPr marL="2057766" indent="0">
              <a:buNone/>
              <a:defRPr sz="2250"/>
            </a:lvl5pPr>
            <a:lvl6pPr marL="2572207" indent="0">
              <a:buNone/>
              <a:defRPr sz="2250"/>
            </a:lvl6pPr>
            <a:lvl7pPr marL="3086649" indent="0">
              <a:buNone/>
              <a:defRPr sz="2250"/>
            </a:lvl7pPr>
            <a:lvl8pPr marL="3601090" indent="0">
              <a:buNone/>
              <a:defRPr sz="2250"/>
            </a:lvl8pPr>
            <a:lvl9pPr marL="4115532" indent="0">
              <a:buNone/>
              <a:defRPr sz="225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5486400"/>
            <a:ext cx="3318337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502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96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2771" y="973667"/>
            <a:ext cx="2218477" cy="154982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341" y="973667"/>
            <a:ext cx="6526823" cy="1549823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444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341" y="973671"/>
            <a:ext cx="8873907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341" y="4868333"/>
            <a:ext cx="8873907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341" y="16950271"/>
            <a:ext cx="231493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2CFAE-F1F4-4242-BC1B-86633FF0EC7C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8095" y="16950271"/>
            <a:ext cx="3472398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6315" y="16950271"/>
            <a:ext cx="231493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2382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28883" rtl="0" eaLnBrk="1" latinLnBrk="0" hangingPunct="1">
        <a:lnSpc>
          <a:spcPct val="90000"/>
        </a:lnSpc>
        <a:spcBef>
          <a:spcPct val="0"/>
        </a:spcBef>
        <a:buNone/>
        <a:defRPr sz="49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21" indent="-257221" algn="l" defTabSz="1028883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1" kern="1200">
          <a:solidFill>
            <a:schemeClr val="tx1"/>
          </a:solidFill>
          <a:latin typeface="+mn-lt"/>
          <a:ea typeface="+mn-ea"/>
          <a:cs typeface="+mn-cs"/>
        </a:defRPr>
      </a:lvl1pPr>
      <a:lvl2pPr marL="771662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6104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545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986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9428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869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8311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2752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441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883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324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766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2207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649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1090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5532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BFA3053-3891-6EE0-87E4-3DC928BBDD44}"/>
              </a:ext>
            </a:extLst>
          </p:cNvPr>
          <p:cNvSpPr/>
          <p:nvPr/>
        </p:nvSpPr>
        <p:spPr>
          <a:xfrm>
            <a:off x="443423" y="948035"/>
            <a:ext cx="9320179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80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arbon Bl" panose="02000506060000020004" pitchFamily="2" charset="0"/>
              </a:rPr>
              <a:t>Se a sua Empresa </a:t>
            </a:r>
          </a:p>
          <a:p>
            <a:pPr algn="ctr"/>
            <a:r>
              <a:rPr lang="pt-BR" sz="80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arbon Bl" panose="02000506060000020004" pitchFamily="2" charset="0"/>
              </a:rPr>
              <a:t>ou negócio necessita: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29D6496-9F44-4B97-5C76-8C1513D1EA75}"/>
              </a:ext>
            </a:extLst>
          </p:cNvPr>
          <p:cNvSpPr/>
          <p:nvPr/>
        </p:nvSpPr>
        <p:spPr>
          <a:xfrm>
            <a:off x="1648843" y="3556291"/>
            <a:ext cx="7143302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3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runo Ace SC" pitchFamily="2" charset="0"/>
              </a:rPr>
              <a:t>Inovar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EF601FB-54AE-85BE-D28A-93E6714D96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69" y="8439150"/>
            <a:ext cx="9848850" cy="9848850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F3AB5AD5-4B9C-8D99-EA27-C8568E25893D}"/>
              </a:ext>
            </a:extLst>
          </p:cNvPr>
          <p:cNvGrpSpPr/>
          <p:nvPr/>
        </p:nvGrpSpPr>
        <p:grpSpPr>
          <a:xfrm>
            <a:off x="432050" y="7272843"/>
            <a:ext cx="9636669" cy="3339852"/>
            <a:chOff x="432050" y="7272843"/>
            <a:chExt cx="9636669" cy="3339852"/>
          </a:xfrm>
        </p:grpSpPr>
        <p:sp>
          <p:nvSpPr>
            <p:cNvPr id="10" name="Balão de Fala: Retângulo com Cantos Arredondados 9">
              <a:extLst>
                <a:ext uri="{FF2B5EF4-FFF2-40B4-BE49-F238E27FC236}">
                  <a16:creationId xmlns:a16="http://schemas.microsoft.com/office/drawing/2014/main" id="{8C9455EB-9942-F71C-F2EE-2B65FE47A948}"/>
                </a:ext>
              </a:extLst>
            </p:cNvPr>
            <p:cNvSpPr/>
            <p:nvPr/>
          </p:nvSpPr>
          <p:spPr>
            <a:xfrm>
              <a:off x="432050" y="8058150"/>
              <a:ext cx="3874044" cy="2554545"/>
            </a:xfrm>
            <a:prstGeom prst="wedgeRoundRectCallout">
              <a:avLst>
                <a:gd name="adj1" fmla="val -180"/>
                <a:gd name="adj2" fmla="val 78906"/>
                <a:gd name="adj3" fmla="val 16667"/>
              </a:avLst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F946538F-7A70-BB30-44E4-670C06378488}"/>
                </a:ext>
              </a:extLst>
            </p:cNvPr>
            <p:cNvSpPr/>
            <p:nvPr/>
          </p:nvSpPr>
          <p:spPr>
            <a:xfrm>
              <a:off x="594768" y="8378725"/>
              <a:ext cx="3514104" cy="175432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5400" b="1" cap="none" spc="30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Meu logo</a:t>
              </a:r>
            </a:p>
            <a:p>
              <a:pPr algn="ctr"/>
              <a:r>
                <a:rPr lang="pt-BR" sz="5400" b="1" spc="30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está bom?</a:t>
              </a:r>
              <a:endParaRPr lang="pt-BR" sz="5400" b="1" cap="none" spc="3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0F4B6728-B743-E705-7741-4623DE382C1B}"/>
                </a:ext>
              </a:extLst>
            </p:cNvPr>
            <p:cNvSpPr/>
            <p:nvPr/>
          </p:nvSpPr>
          <p:spPr>
            <a:xfrm>
              <a:off x="5144293" y="7451413"/>
              <a:ext cx="4878259" cy="144655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4400" b="1" spc="30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Melhorar meu</a:t>
              </a:r>
            </a:p>
            <a:p>
              <a:pPr algn="ctr"/>
              <a:r>
                <a:rPr lang="pt-BR" sz="4400" b="1" cap="none" spc="30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Cartão de Visita?</a:t>
              </a:r>
            </a:p>
          </p:txBody>
        </p:sp>
        <p:sp>
          <p:nvSpPr>
            <p:cNvPr id="12" name="Balão de Fala: Retângulo com Cantos Arredondados 11">
              <a:extLst>
                <a:ext uri="{FF2B5EF4-FFF2-40B4-BE49-F238E27FC236}">
                  <a16:creationId xmlns:a16="http://schemas.microsoft.com/office/drawing/2014/main" id="{A41FF2C3-87FE-BC3D-DA70-863C5FD9C2E6}"/>
                </a:ext>
              </a:extLst>
            </p:cNvPr>
            <p:cNvSpPr/>
            <p:nvPr/>
          </p:nvSpPr>
          <p:spPr>
            <a:xfrm>
              <a:off x="5023271" y="7272843"/>
              <a:ext cx="5045448" cy="1926696"/>
            </a:xfrm>
            <a:prstGeom prst="wedgeRoundRectCallout">
              <a:avLst>
                <a:gd name="adj1" fmla="val 8110"/>
                <a:gd name="adj2" fmla="val 92993"/>
                <a:gd name="adj3" fmla="val 16667"/>
              </a:avLst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38CC82B6-C8C1-EC91-529E-B61F8C62FBA9}"/>
              </a:ext>
            </a:extLst>
          </p:cNvPr>
          <p:cNvCxnSpPr>
            <a:cxnSpLocks/>
          </p:cNvCxnSpPr>
          <p:nvPr/>
        </p:nvCxnSpPr>
        <p:spPr>
          <a:xfrm>
            <a:off x="2378733" y="5696082"/>
            <a:ext cx="5850867" cy="0"/>
          </a:xfrm>
          <a:prstGeom prst="straightConnector1">
            <a:avLst/>
          </a:prstGeom>
          <a:ln w="136525" cmpd="dbl"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1210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444"/>
    </mc:Choice>
    <mc:Fallback>
      <p:transition spd="slow" advTm="74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0F9EDC4E-7E7B-9C85-5ED4-55BC067141AD}"/>
              </a:ext>
            </a:extLst>
          </p:cNvPr>
          <p:cNvSpPr/>
          <p:nvPr/>
        </p:nvSpPr>
        <p:spPr>
          <a:xfrm>
            <a:off x="5600700" y="2009983"/>
            <a:ext cx="3352800" cy="14003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0F86B00-F948-5948-C7D4-C7F6ED6B106B}"/>
              </a:ext>
            </a:extLst>
          </p:cNvPr>
          <p:cNvSpPr txBox="1"/>
          <p:nvPr/>
        </p:nvSpPr>
        <p:spPr>
          <a:xfrm>
            <a:off x="834832" y="533400"/>
            <a:ext cx="854272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Alguns dos nossos</a:t>
            </a:r>
          </a:p>
          <a:p>
            <a:pPr algn="ctr"/>
            <a:r>
              <a:rPr lang="pt-BR" sz="8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serviços em Designer 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4C349B6-09B1-70C7-0ACD-C91C9047A3AD}"/>
              </a:ext>
            </a:extLst>
          </p:cNvPr>
          <p:cNvSpPr/>
          <p:nvPr/>
        </p:nvSpPr>
        <p:spPr>
          <a:xfrm>
            <a:off x="1244039" y="3815685"/>
            <a:ext cx="780053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7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nodyne" panose="020B0806000000000000" pitchFamily="34" charset="0"/>
              </a:rPr>
              <a:t>Criação de </a:t>
            </a:r>
            <a:r>
              <a:rPr lang="pt-BR" sz="72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nodyne" panose="020B0806000000000000" pitchFamily="34" charset="0"/>
              </a:rPr>
              <a:t>LogoMarca</a:t>
            </a:r>
            <a:endParaRPr lang="pt-BR" sz="7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nodyne" panose="020B0806000000000000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C699352-1A1F-7941-19CE-DB2B34B85C33}"/>
              </a:ext>
            </a:extLst>
          </p:cNvPr>
          <p:cNvSpPr/>
          <p:nvPr/>
        </p:nvSpPr>
        <p:spPr>
          <a:xfrm>
            <a:off x="2245117" y="5240267"/>
            <a:ext cx="579838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7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nodyne" panose="020B0806000000000000" pitchFamily="34" charset="0"/>
              </a:rPr>
              <a:t>Cartão de visita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4215543-4FBA-FAFA-0648-19EAB4046796}"/>
              </a:ext>
            </a:extLst>
          </p:cNvPr>
          <p:cNvSpPr/>
          <p:nvPr/>
        </p:nvSpPr>
        <p:spPr>
          <a:xfrm>
            <a:off x="3624057" y="6742745"/>
            <a:ext cx="296427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7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nodyne" panose="020B0806000000000000" pitchFamily="34" charset="0"/>
              </a:rPr>
              <a:t>folders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004D593-9260-CEF1-555C-863AD14E8BB8}"/>
              </a:ext>
            </a:extLst>
          </p:cNvPr>
          <p:cNvSpPr/>
          <p:nvPr/>
        </p:nvSpPr>
        <p:spPr>
          <a:xfrm>
            <a:off x="3141497" y="8245223"/>
            <a:ext cx="377699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7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nodyne" panose="020B0806000000000000" pitchFamily="34" charset="0"/>
              </a:rPr>
              <a:t>panfletos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8F42F4B-DCCB-A5A9-8EBC-7FA4FEEA0064}"/>
              </a:ext>
            </a:extLst>
          </p:cNvPr>
          <p:cNvSpPr/>
          <p:nvPr/>
        </p:nvSpPr>
        <p:spPr>
          <a:xfrm>
            <a:off x="3478930" y="9747701"/>
            <a:ext cx="310213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7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nodyne" panose="020B0806000000000000" pitchFamily="34" charset="0"/>
              </a:rPr>
              <a:t>banners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C36500F-2C95-D9C4-7D33-DBF0EC0C04AE}"/>
              </a:ext>
            </a:extLst>
          </p:cNvPr>
          <p:cNvSpPr/>
          <p:nvPr/>
        </p:nvSpPr>
        <p:spPr>
          <a:xfrm>
            <a:off x="1080040" y="11250179"/>
            <a:ext cx="7899920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7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nodyne" panose="020B0806000000000000" pitchFamily="34" charset="0"/>
              </a:rPr>
              <a:t>Camisetas / canecas</a:t>
            </a:r>
          </a:p>
          <a:p>
            <a:pPr algn="ctr"/>
            <a:r>
              <a:rPr lang="pt-BR" sz="7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nodyne" panose="020B0806000000000000" pitchFamily="34" charset="0"/>
              </a:rPr>
              <a:t>com logo De empresas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35A8A8D-F248-DDC5-9F96-C8AA27421A38}"/>
              </a:ext>
            </a:extLst>
          </p:cNvPr>
          <p:cNvSpPr/>
          <p:nvPr/>
        </p:nvSpPr>
        <p:spPr>
          <a:xfrm>
            <a:off x="1952826" y="13860652"/>
            <a:ext cx="5902578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7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nodyne" panose="020B0806000000000000" pitchFamily="34" charset="0"/>
              </a:rPr>
              <a:t>Cardápio digital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9914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29"/>
    </mc:Choice>
    <mc:Fallback>
      <p:transition spd="slow" advTm="68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5" grpId="0"/>
      <p:bldP spid="5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CaixaDeTexto 3">
            <a:extLst>
              <a:ext uri="{FF2B5EF4-FFF2-40B4-BE49-F238E27FC236}">
                <a16:creationId xmlns:a16="http://schemas.microsoft.com/office/drawing/2014/main" id="{E19FBBC8-FCF7-19D2-517E-D50F21035059}"/>
              </a:ext>
            </a:extLst>
          </p:cNvPr>
          <p:cNvSpPr txBox="1"/>
          <p:nvPr/>
        </p:nvSpPr>
        <p:spPr>
          <a:xfrm>
            <a:off x="1929671" y="1257300"/>
            <a:ext cx="5912772" cy="1569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9600" dirty="0">
                <a:solidFill>
                  <a:schemeClr val="bg1"/>
                </a:solidFill>
                <a:latin typeface="Akira Expanded" panose="02000800000000000000" pitchFamily="50" charset="0"/>
              </a:rPr>
              <a:t>Conte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1BD666-D3AC-EBA0-ECB4-C0C97FC50FBB}"/>
              </a:ext>
            </a:extLst>
          </p:cNvPr>
          <p:cNvSpPr txBox="1"/>
          <p:nvPr/>
        </p:nvSpPr>
        <p:spPr>
          <a:xfrm>
            <a:off x="7837114" y="2555527"/>
            <a:ext cx="848309" cy="22159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3800" dirty="0">
                <a:solidFill>
                  <a:srgbClr val="FFFF00"/>
                </a:solidFill>
                <a:latin typeface="Agency FB" panose="020B0503020202020204" pitchFamily="34" charset="0"/>
              </a:rPr>
              <a:t>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320A65F-F680-EEA9-3822-E62EB187A1E5}"/>
              </a:ext>
            </a:extLst>
          </p:cNvPr>
          <p:cNvSpPr txBox="1"/>
          <p:nvPr/>
        </p:nvSpPr>
        <p:spPr>
          <a:xfrm rot="16200000">
            <a:off x="1385338" y="3116489"/>
            <a:ext cx="2353529" cy="1569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9600" dirty="0">
                <a:solidFill>
                  <a:schemeClr val="accent5"/>
                </a:solidFill>
                <a:latin typeface="B Prahara TH_Tlsn Tgn" panose="02000800000000000000" pitchFamily="2" charset="0"/>
              </a:rPr>
              <a:t>com</a:t>
            </a: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FB4C071-6AC1-794A-1D47-F6BE8901C3D6}"/>
              </a:ext>
            </a:extLst>
          </p:cNvPr>
          <p:cNvGrpSpPr/>
          <p:nvPr/>
        </p:nvGrpSpPr>
        <p:grpSpPr>
          <a:xfrm>
            <a:off x="3219589" y="2317114"/>
            <a:ext cx="3774545" cy="2218052"/>
            <a:chOff x="6119357" y="4580155"/>
            <a:chExt cx="3774545" cy="2218052"/>
          </a:xfrm>
        </p:grpSpPr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D83EA0CE-ECDE-E7F5-5A91-53244B61EEE0}"/>
                </a:ext>
              </a:extLst>
            </p:cNvPr>
            <p:cNvSpPr txBox="1"/>
            <p:nvPr/>
          </p:nvSpPr>
          <p:spPr>
            <a:xfrm>
              <a:off x="6245146" y="4582216"/>
              <a:ext cx="3648756" cy="221599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pt-BR" sz="13800" dirty="0">
                  <a:solidFill>
                    <a:srgbClr val="FF0000"/>
                  </a:solidFill>
                  <a:latin typeface="Dead Island" panose="02000500000000000000" pitchFamily="2" charset="0"/>
                </a:rPr>
                <a:t>Gente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E48FA03B-DBE4-6C81-E1AF-9105D1A758AE}"/>
                </a:ext>
              </a:extLst>
            </p:cNvPr>
            <p:cNvSpPr txBox="1"/>
            <p:nvPr/>
          </p:nvSpPr>
          <p:spPr>
            <a:xfrm>
              <a:off x="6119357" y="4580155"/>
              <a:ext cx="3648756" cy="221599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pt-BR" sz="13800" dirty="0">
                  <a:solidFill>
                    <a:schemeClr val="bg1"/>
                  </a:solidFill>
                  <a:latin typeface="Dead Island" panose="02000500000000000000" pitchFamily="2" charset="0"/>
                </a:rPr>
                <a:t>Gente</a:t>
              </a:r>
            </a:p>
          </p:txBody>
        </p:sp>
      </p:grpSp>
      <p:pic>
        <p:nvPicPr>
          <p:cNvPr id="14" name="Imagem 13">
            <a:extLst>
              <a:ext uri="{FF2B5EF4-FFF2-40B4-BE49-F238E27FC236}">
                <a16:creationId xmlns:a16="http://schemas.microsoft.com/office/drawing/2014/main" id="{2C3652F5-B836-8A9E-B84D-6670077C78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22" y="6210300"/>
            <a:ext cx="2933700" cy="2933700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0F874BB3-F8FD-1A10-2887-8AEDE8C91350}"/>
              </a:ext>
            </a:extLst>
          </p:cNvPr>
          <p:cNvSpPr txBox="1"/>
          <p:nvPr/>
        </p:nvSpPr>
        <p:spPr>
          <a:xfrm>
            <a:off x="2852427" y="7223613"/>
            <a:ext cx="598272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99815-9402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A5CA81C9-4AB2-0F0F-5AA3-56C10DD77DA5}"/>
              </a:ext>
            </a:extLst>
          </p:cNvPr>
          <p:cNvGrpSpPr/>
          <p:nvPr/>
        </p:nvGrpSpPr>
        <p:grpSpPr>
          <a:xfrm>
            <a:off x="147326" y="8754643"/>
            <a:ext cx="2933701" cy="2933701"/>
            <a:chOff x="299726" y="8882659"/>
            <a:chExt cx="2933701" cy="2933701"/>
          </a:xfrm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7CDF2E8D-C9AD-6D49-FEDA-A1EE1506F5B3}"/>
                </a:ext>
              </a:extLst>
            </p:cNvPr>
            <p:cNvSpPr/>
            <p:nvPr/>
          </p:nvSpPr>
          <p:spPr>
            <a:xfrm>
              <a:off x="1115568" y="9839598"/>
              <a:ext cx="1574510" cy="1279505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/>
                </a:solidFill>
              </a:endParaRPr>
            </a:p>
          </p:txBody>
        </p:sp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9CA8F526-0F07-21C7-841C-56886286C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26" y="8882659"/>
              <a:ext cx="2933701" cy="2933701"/>
            </a:xfrm>
            <a:prstGeom prst="rect">
              <a:avLst/>
            </a:prstGeom>
          </p:spPr>
        </p:pic>
      </p:grp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A6E37B7-5FAA-8763-052A-B15C5F006017}"/>
              </a:ext>
            </a:extLst>
          </p:cNvPr>
          <p:cNvSpPr txBox="1"/>
          <p:nvPr/>
        </p:nvSpPr>
        <p:spPr>
          <a:xfrm>
            <a:off x="2884370" y="9689614"/>
            <a:ext cx="704071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Luciano.leal2009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97B9CC62-3272-0A78-69CC-F3C1809506A9}"/>
              </a:ext>
            </a:extLst>
          </p:cNvPr>
          <p:cNvGrpSpPr/>
          <p:nvPr/>
        </p:nvGrpSpPr>
        <p:grpSpPr>
          <a:xfrm>
            <a:off x="1250608" y="15449146"/>
            <a:ext cx="7555273" cy="2421625"/>
            <a:chOff x="1250608" y="15563446"/>
            <a:chExt cx="7555273" cy="2421625"/>
          </a:xfrm>
        </p:grpSpPr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119FAC24-F481-8EF9-8E57-7DB84499E2A0}"/>
                </a:ext>
              </a:extLst>
            </p:cNvPr>
            <p:cNvSpPr/>
            <p:nvPr/>
          </p:nvSpPr>
          <p:spPr>
            <a:xfrm>
              <a:off x="1250608" y="15563446"/>
              <a:ext cx="7555273" cy="242162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BR" sz="5400" b="0" cap="none" spc="0" dirty="0">
                  <a:ln w="0"/>
                  <a:solidFill>
                    <a:schemeClr val="bg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Earth" pitchFamily="50" charset="0"/>
                </a:rPr>
                <a:t>Cyber</a:t>
              </a:r>
            </a:p>
            <a:p>
              <a:pPr algn="ctr">
                <a:lnSpc>
                  <a:spcPct val="150000"/>
                </a:lnSpc>
              </a:pPr>
              <a:r>
                <a:rPr lang="pt-BR" sz="5400" b="0" cap="none" spc="0" dirty="0" err="1">
                  <a:ln w="0"/>
                  <a:solidFill>
                    <a:schemeClr val="bg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Earth" pitchFamily="50" charset="0"/>
                </a:rPr>
                <a:t>Gestao</a:t>
              </a:r>
              <a:r>
                <a:rPr lang="pt-BR" sz="5400" b="0" cap="none" spc="0" dirty="0">
                  <a:ln w="0"/>
                  <a:solidFill>
                    <a:schemeClr val="bg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Earth" pitchFamily="50" charset="0"/>
                </a:rPr>
                <a:t> em TI</a:t>
              </a: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B890892E-717E-A595-BB33-367D4AA7850C}"/>
                </a:ext>
              </a:extLst>
            </p:cNvPr>
            <p:cNvSpPr/>
            <p:nvPr/>
          </p:nvSpPr>
          <p:spPr>
            <a:xfrm>
              <a:off x="4108662" y="16330341"/>
              <a:ext cx="710452" cy="119263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BR" sz="5400" b="0" cap="none" spc="0" dirty="0">
                  <a:ln w="0"/>
                  <a:solidFill>
                    <a:schemeClr val="bg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~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84749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71"/>
    </mc:Choice>
    <mc:Fallback>
      <p:transition spd="slow" advTm="82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5" grpId="0"/>
      <p:bldP spid="2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7|0.5|0.8|0.7|1.6|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7|0.8|3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1.1|0.8|0.7|0.7|1.3"/>
</p:tagLst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313</TotalTime>
  <Words>60</Words>
  <Application>Microsoft Office PowerPoint</Application>
  <PresentationFormat>Personalizar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7" baseType="lpstr">
      <vt:lpstr>ADLaM Display</vt:lpstr>
      <vt:lpstr>Agency FB</vt:lpstr>
      <vt:lpstr>Akira Expanded</vt:lpstr>
      <vt:lpstr>Anodyne</vt:lpstr>
      <vt:lpstr>Arial</vt:lpstr>
      <vt:lpstr>B Prahara TH_Tlsn Tgn</vt:lpstr>
      <vt:lpstr>Bruno Ace SC</vt:lpstr>
      <vt:lpstr>Calibri</vt:lpstr>
      <vt:lpstr>Calibri Light</vt:lpstr>
      <vt:lpstr>Carbon Bl</vt:lpstr>
      <vt:lpstr>Dead Island</vt:lpstr>
      <vt:lpstr>Earth</vt:lpstr>
      <vt:lpstr>Lato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Luciano Leal</dc:creator>
  <cp:lastModifiedBy>Luciano Leal</cp:lastModifiedBy>
  <cp:revision>39</cp:revision>
  <dcterms:created xsi:type="dcterms:W3CDTF">2024-06-24T00:53:21Z</dcterms:created>
  <dcterms:modified xsi:type="dcterms:W3CDTF">2024-07-29T01:52:16Z</dcterms:modified>
</cp:coreProperties>
</file>