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10367963" cy="21167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22" d="100"/>
          <a:sy n="22" d="100"/>
        </p:scale>
        <p:origin x="21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597" y="3464257"/>
            <a:ext cx="8812769" cy="7369504"/>
          </a:xfrm>
        </p:spPr>
        <p:txBody>
          <a:bodyPr anchor="b"/>
          <a:lstStyle>
            <a:lvl1pPr algn="ctr">
              <a:defRPr sz="68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996" y="11117957"/>
            <a:ext cx="7775972" cy="5110632"/>
          </a:xfrm>
        </p:spPr>
        <p:txBody>
          <a:bodyPr/>
          <a:lstStyle>
            <a:lvl1pPr marL="0" indent="0" algn="ctr">
              <a:buNone/>
              <a:defRPr sz="2721"/>
            </a:lvl1pPr>
            <a:lvl2pPr marL="518419" indent="0" algn="ctr">
              <a:buNone/>
              <a:defRPr sz="2268"/>
            </a:lvl2pPr>
            <a:lvl3pPr marL="1036838" indent="0" algn="ctr">
              <a:buNone/>
              <a:defRPr sz="2041"/>
            </a:lvl3pPr>
            <a:lvl4pPr marL="1555257" indent="0" algn="ctr">
              <a:buNone/>
              <a:defRPr sz="1814"/>
            </a:lvl4pPr>
            <a:lvl5pPr marL="2073676" indent="0" algn="ctr">
              <a:buNone/>
              <a:defRPr sz="1814"/>
            </a:lvl5pPr>
            <a:lvl6pPr marL="2592095" indent="0" algn="ctr">
              <a:buNone/>
              <a:defRPr sz="1814"/>
            </a:lvl6pPr>
            <a:lvl7pPr marL="3110514" indent="0" algn="ctr">
              <a:buNone/>
              <a:defRPr sz="1814"/>
            </a:lvl7pPr>
            <a:lvl8pPr marL="3628934" indent="0" algn="ctr">
              <a:buNone/>
              <a:defRPr sz="1814"/>
            </a:lvl8pPr>
            <a:lvl9pPr marL="4147353" indent="0" algn="ctr">
              <a:buNone/>
              <a:defRPr sz="181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97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88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398" y="5277238"/>
            <a:ext cx="8942368" cy="8805184"/>
          </a:xfrm>
        </p:spPr>
        <p:txBody>
          <a:bodyPr anchor="b"/>
          <a:lstStyle>
            <a:lvl1pPr>
              <a:defRPr sz="68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98" y="14165722"/>
            <a:ext cx="8942368" cy="4630438"/>
          </a:xfrm>
        </p:spPr>
        <p:txBody>
          <a:bodyPr/>
          <a:lstStyle>
            <a:lvl1pPr marL="0" indent="0">
              <a:buNone/>
              <a:defRPr sz="2721">
                <a:solidFill>
                  <a:schemeClr val="tx1"/>
                </a:solidFill>
              </a:defRPr>
            </a:lvl1pPr>
            <a:lvl2pPr marL="518419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036838" indent="0">
              <a:buNone/>
              <a:defRPr sz="2041">
                <a:solidFill>
                  <a:schemeClr val="tx1">
                    <a:tint val="75000"/>
                  </a:schemeClr>
                </a:solidFill>
              </a:defRPr>
            </a:lvl3pPr>
            <a:lvl4pPr marL="1555257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4pPr>
            <a:lvl5pPr marL="2073676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5pPr>
            <a:lvl6pPr marL="2592095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6pPr>
            <a:lvl7pPr marL="3110514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7pPr>
            <a:lvl8pPr marL="3628934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8pPr>
            <a:lvl9pPr marL="4147353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9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798" y="5634927"/>
            <a:ext cx="4406384" cy="1343072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8781" y="5634927"/>
            <a:ext cx="4406384" cy="1343072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2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48" y="1126990"/>
            <a:ext cx="8942368" cy="409144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149" y="5189034"/>
            <a:ext cx="4386134" cy="2543065"/>
          </a:xfrm>
        </p:spPr>
        <p:txBody>
          <a:bodyPr anchor="b"/>
          <a:lstStyle>
            <a:lvl1pPr marL="0" indent="0">
              <a:buNone/>
              <a:defRPr sz="2721" b="1"/>
            </a:lvl1pPr>
            <a:lvl2pPr marL="518419" indent="0">
              <a:buNone/>
              <a:defRPr sz="2268" b="1"/>
            </a:lvl2pPr>
            <a:lvl3pPr marL="1036838" indent="0">
              <a:buNone/>
              <a:defRPr sz="2041" b="1"/>
            </a:lvl3pPr>
            <a:lvl4pPr marL="1555257" indent="0">
              <a:buNone/>
              <a:defRPr sz="1814" b="1"/>
            </a:lvl4pPr>
            <a:lvl5pPr marL="2073676" indent="0">
              <a:buNone/>
              <a:defRPr sz="1814" b="1"/>
            </a:lvl5pPr>
            <a:lvl6pPr marL="2592095" indent="0">
              <a:buNone/>
              <a:defRPr sz="1814" b="1"/>
            </a:lvl6pPr>
            <a:lvl7pPr marL="3110514" indent="0">
              <a:buNone/>
              <a:defRPr sz="1814" b="1"/>
            </a:lvl7pPr>
            <a:lvl8pPr marL="3628934" indent="0">
              <a:buNone/>
              <a:defRPr sz="1814" b="1"/>
            </a:lvl8pPr>
            <a:lvl9pPr marL="4147353" indent="0">
              <a:buNone/>
              <a:defRPr sz="181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4149" y="7732099"/>
            <a:ext cx="4386134" cy="113727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8782" y="5189034"/>
            <a:ext cx="4407735" cy="2543065"/>
          </a:xfrm>
        </p:spPr>
        <p:txBody>
          <a:bodyPr anchor="b"/>
          <a:lstStyle>
            <a:lvl1pPr marL="0" indent="0">
              <a:buNone/>
              <a:defRPr sz="2721" b="1"/>
            </a:lvl1pPr>
            <a:lvl2pPr marL="518419" indent="0">
              <a:buNone/>
              <a:defRPr sz="2268" b="1"/>
            </a:lvl2pPr>
            <a:lvl3pPr marL="1036838" indent="0">
              <a:buNone/>
              <a:defRPr sz="2041" b="1"/>
            </a:lvl3pPr>
            <a:lvl4pPr marL="1555257" indent="0">
              <a:buNone/>
              <a:defRPr sz="1814" b="1"/>
            </a:lvl4pPr>
            <a:lvl5pPr marL="2073676" indent="0">
              <a:buNone/>
              <a:defRPr sz="1814" b="1"/>
            </a:lvl5pPr>
            <a:lvl6pPr marL="2592095" indent="0">
              <a:buNone/>
              <a:defRPr sz="1814" b="1"/>
            </a:lvl6pPr>
            <a:lvl7pPr marL="3110514" indent="0">
              <a:buNone/>
              <a:defRPr sz="1814" b="1"/>
            </a:lvl7pPr>
            <a:lvl8pPr marL="3628934" indent="0">
              <a:buNone/>
              <a:defRPr sz="1814" b="1"/>
            </a:lvl8pPr>
            <a:lvl9pPr marL="4147353" indent="0">
              <a:buNone/>
              <a:defRPr sz="181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8782" y="7732099"/>
            <a:ext cx="4407735" cy="113727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67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37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057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48" y="1411182"/>
            <a:ext cx="3343938" cy="4939136"/>
          </a:xfrm>
        </p:spPr>
        <p:txBody>
          <a:bodyPr anchor="b"/>
          <a:lstStyle>
            <a:lvl1pPr>
              <a:defRPr sz="36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7735" y="3047765"/>
            <a:ext cx="5248781" cy="15042805"/>
          </a:xfrm>
        </p:spPr>
        <p:txBody>
          <a:bodyPr/>
          <a:lstStyle>
            <a:lvl1pPr>
              <a:defRPr sz="3628"/>
            </a:lvl1pPr>
            <a:lvl2pPr>
              <a:defRPr sz="3175"/>
            </a:lvl2pPr>
            <a:lvl3pPr>
              <a:defRPr sz="2721"/>
            </a:lvl3pPr>
            <a:lvl4pPr>
              <a:defRPr sz="2268"/>
            </a:lvl4pPr>
            <a:lvl5pPr>
              <a:defRPr sz="2268"/>
            </a:lvl5pPr>
            <a:lvl6pPr>
              <a:defRPr sz="2268"/>
            </a:lvl6pPr>
            <a:lvl7pPr>
              <a:defRPr sz="2268"/>
            </a:lvl7pPr>
            <a:lvl8pPr>
              <a:defRPr sz="2268"/>
            </a:lvl8pPr>
            <a:lvl9pPr>
              <a:defRPr sz="2268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148" y="6350317"/>
            <a:ext cx="3343938" cy="11764749"/>
          </a:xfrm>
        </p:spPr>
        <p:txBody>
          <a:bodyPr/>
          <a:lstStyle>
            <a:lvl1pPr marL="0" indent="0">
              <a:buNone/>
              <a:defRPr sz="1814"/>
            </a:lvl1pPr>
            <a:lvl2pPr marL="518419" indent="0">
              <a:buNone/>
              <a:defRPr sz="1587"/>
            </a:lvl2pPr>
            <a:lvl3pPr marL="1036838" indent="0">
              <a:buNone/>
              <a:defRPr sz="1361"/>
            </a:lvl3pPr>
            <a:lvl4pPr marL="1555257" indent="0">
              <a:buNone/>
              <a:defRPr sz="1134"/>
            </a:lvl4pPr>
            <a:lvl5pPr marL="2073676" indent="0">
              <a:buNone/>
              <a:defRPr sz="1134"/>
            </a:lvl5pPr>
            <a:lvl6pPr marL="2592095" indent="0">
              <a:buNone/>
              <a:defRPr sz="1134"/>
            </a:lvl6pPr>
            <a:lvl7pPr marL="3110514" indent="0">
              <a:buNone/>
              <a:defRPr sz="1134"/>
            </a:lvl7pPr>
            <a:lvl8pPr marL="3628934" indent="0">
              <a:buNone/>
              <a:defRPr sz="1134"/>
            </a:lvl8pPr>
            <a:lvl9pPr marL="4147353" indent="0">
              <a:buNone/>
              <a:defRPr sz="113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27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48" y="1411182"/>
            <a:ext cx="3343938" cy="4939136"/>
          </a:xfrm>
        </p:spPr>
        <p:txBody>
          <a:bodyPr anchor="b"/>
          <a:lstStyle>
            <a:lvl1pPr>
              <a:defRPr sz="36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07735" y="3047765"/>
            <a:ext cx="5248781" cy="15042805"/>
          </a:xfrm>
        </p:spPr>
        <p:txBody>
          <a:bodyPr anchor="t"/>
          <a:lstStyle>
            <a:lvl1pPr marL="0" indent="0">
              <a:buNone/>
              <a:defRPr sz="3628"/>
            </a:lvl1pPr>
            <a:lvl2pPr marL="518419" indent="0">
              <a:buNone/>
              <a:defRPr sz="3175"/>
            </a:lvl2pPr>
            <a:lvl3pPr marL="1036838" indent="0">
              <a:buNone/>
              <a:defRPr sz="2721"/>
            </a:lvl3pPr>
            <a:lvl4pPr marL="1555257" indent="0">
              <a:buNone/>
              <a:defRPr sz="2268"/>
            </a:lvl4pPr>
            <a:lvl5pPr marL="2073676" indent="0">
              <a:buNone/>
              <a:defRPr sz="2268"/>
            </a:lvl5pPr>
            <a:lvl6pPr marL="2592095" indent="0">
              <a:buNone/>
              <a:defRPr sz="2268"/>
            </a:lvl6pPr>
            <a:lvl7pPr marL="3110514" indent="0">
              <a:buNone/>
              <a:defRPr sz="2268"/>
            </a:lvl7pPr>
            <a:lvl8pPr marL="3628934" indent="0">
              <a:buNone/>
              <a:defRPr sz="2268"/>
            </a:lvl8pPr>
            <a:lvl9pPr marL="4147353" indent="0">
              <a:buNone/>
              <a:defRPr sz="2268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148" y="6350317"/>
            <a:ext cx="3343938" cy="11764749"/>
          </a:xfrm>
        </p:spPr>
        <p:txBody>
          <a:bodyPr/>
          <a:lstStyle>
            <a:lvl1pPr marL="0" indent="0">
              <a:buNone/>
              <a:defRPr sz="1814"/>
            </a:lvl1pPr>
            <a:lvl2pPr marL="518419" indent="0">
              <a:buNone/>
              <a:defRPr sz="1587"/>
            </a:lvl2pPr>
            <a:lvl3pPr marL="1036838" indent="0">
              <a:buNone/>
              <a:defRPr sz="1361"/>
            </a:lvl3pPr>
            <a:lvl4pPr marL="1555257" indent="0">
              <a:buNone/>
              <a:defRPr sz="1134"/>
            </a:lvl4pPr>
            <a:lvl5pPr marL="2073676" indent="0">
              <a:buNone/>
              <a:defRPr sz="1134"/>
            </a:lvl5pPr>
            <a:lvl6pPr marL="2592095" indent="0">
              <a:buNone/>
              <a:defRPr sz="1134"/>
            </a:lvl6pPr>
            <a:lvl7pPr marL="3110514" indent="0">
              <a:buNone/>
              <a:defRPr sz="1134"/>
            </a:lvl7pPr>
            <a:lvl8pPr marL="3628934" indent="0">
              <a:buNone/>
              <a:defRPr sz="1134"/>
            </a:lvl8pPr>
            <a:lvl9pPr marL="4147353" indent="0">
              <a:buNone/>
              <a:defRPr sz="113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758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58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19574" y="1126986"/>
            <a:ext cx="2235592" cy="1793866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798" y="1126986"/>
            <a:ext cx="6577177" cy="1793866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69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798" y="1126990"/>
            <a:ext cx="8942368" cy="4091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98" y="5634927"/>
            <a:ext cx="8942368" cy="13430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2797" y="19619350"/>
            <a:ext cx="2332792" cy="1126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2AE2D-7388-4D95-8DC1-39BE9E0D99A4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4388" y="19619350"/>
            <a:ext cx="3499188" cy="1126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2374" y="19619350"/>
            <a:ext cx="2332792" cy="1126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FAD40-CBB4-4102-80E3-A341C8765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294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36838" rtl="0" eaLnBrk="1" latinLnBrk="0" hangingPunct="1">
        <a:lnSpc>
          <a:spcPct val="90000"/>
        </a:lnSpc>
        <a:spcBef>
          <a:spcPct val="0"/>
        </a:spcBef>
        <a:buNone/>
        <a:defRPr sz="49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210" indent="-259210" algn="l" defTabSz="1036838" rtl="0" eaLnBrk="1" latinLnBrk="0" hangingPunct="1">
        <a:lnSpc>
          <a:spcPct val="90000"/>
        </a:lnSpc>
        <a:spcBef>
          <a:spcPts val="1134"/>
        </a:spcBef>
        <a:buFont typeface="Arial" panose="020B0604020202020204" pitchFamily="34" charset="0"/>
        <a:buChar char="•"/>
        <a:defRPr sz="3175" kern="1200">
          <a:solidFill>
            <a:schemeClr val="tx1"/>
          </a:solidFill>
          <a:latin typeface="+mn-lt"/>
          <a:ea typeface="+mn-ea"/>
          <a:cs typeface="+mn-cs"/>
        </a:defRPr>
      </a:lvl1pPr>
      <a:lvl2pPr marL="777629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2pPr>
      <a:lvl3pPr marL="1296048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814467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332886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851305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369724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888143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406562" indent="-259210" algn="l" defTabSz="1036838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1pPr>
      <a:lvl2pPr marL="518419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1036838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3pPr>
      <a:lvl4pPr marL="1555257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073676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592095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110514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628934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147353" algn="l" defTabSz="1036838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1.mp3"/><Relationship Id="rId7" Type="http://schemas.openxmlformats.org/officeDocument/2006/relationships/image" Target="../media/image1.jpg"/><Relationship Id="rId2" Type="http://schemas.microsoft.com/office/2007/relationships/media" Target="../media/media1.mp3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audio" Target="../media/media2.mp3"/><Relationship Id="rId10" Type="http://schemas.openxmlformats.org/officeDocument/2006/relationships/image" Target="../media/image4.png"/><Relationship Id="rId4" Type="http://schemas.microsoft.com/office/2007/relationships/media" Target="../media/media2.mp3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8A1C0C09-EB3D-6D8F-6309-B47EBC38BCB8}"/>
              </a:ext>
            </a:extLst>
          </p:cNvPr>
          <p:cNvSpPr/>
          <p:nvPr/>
        </p:nvSpPr>
        <p:spPr>
          <a:xfrm>
            <a:off x="261255" y="9144951"/>
            <a:ext cx="9812587" cy="132944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521182-37CB-0E5A-CED4-73AF75ED986C}"/>
              </a:ext>
            </a:extLst>
          </p:cNvPr>
          <p:cNvSpPr txBox="1"/>
          <p:nvPr/>
        </p:nvSpPr>
        <p:spPr>
          <a:xfrm>
            <a:off x="1248689" y="576430"/>
            <a:ext cx="336844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600" dirty="0">
                <a:latin typeface="B Prahara TH_Tlsn Tgn" panose="02000800000000000000" pitchFamily="2" charset="0"/>
              </a:rPr>
              <a:t>dia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29BEC0-C029-14EC-72BF-A5415CB1736E}"/>
              </a:ext>
            </a:extLst>
          </p:cNvPr>
          <p:cNvSpPr txBox="1"/>
          <p:nvPr/>
        </p:nvSpPr>
        <p:spPr>
          <a:xfrm>
            <a:off x="2278643" y="6256479"/>
            <a:ext cx="596349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latin typeface="Acme" panose="02000706050000020004" pitchFamily="2" charset="0"/>
              </a:rPr>
              <a:t>Personalize o seu </a:t>
            </a:r>
          </a:p>
          <a:p>
            <a:pPr algn="ctr"/>
            <a:r>
              <a:rPr lang="pt-BR" sz="6600" dirty="0">
                <a:latin typeface="Acme" panose="02000706050000020004" pitchFamily="2" charset="0"/>
              </a:rPr>
              <a:t>presente: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10C98D0-08DB-7745-75E3-E158728D26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8477" y="12418292"/>
            <a:ext cx="8343069" cy="87981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7CAC32E-1CE8-AE50-9B65-2E650D7B67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057" y="15022716"/>
            <a:ext cx="6723889" cy="6110147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07D8FD8F-CC5F-FBDC-5CB4-CD45150A010F}"/>
              </a:ext>
            </a:extLst>
          </p:cNvPr>
          <p:cNvSpPr/>
          <p:nvPr/>
        </p:nvSpPr>
        <p:spPr>
          <a:xfrm>
            <a:off x="267192" y="10603638"/>
            <a:ext cx="9812587" cy="132944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654555-8415-2D5E-DE40-2DEB67B1275A}"/>
              </a:ext>
            </a:extLst>
          </p:cNvPr>
          <p:cNvSpPr txBox="1"/>
          <p:nvPr/>
        </p:nvSpPr>
        <p:spPr>
          <a:xfrm>
            <a:off x="326987" y="9074009"/>
            <a:ext cx="986680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800" dirty="0">
                <a:solidFill>
                  <a:schemeClr val="accent1"/>
                </a:solidFill>
                <a:latin typeface="Amore" pitchFamily="50" charset="0"/>
              </a:rPr>
              <a:t>Agora a novidade são as </a:t>
            </a:r>
          </a:p>
          <a:p>
            <a:pPr algn="ctr"/>
            <a:r>
              <a:rPr lang="pt-BR" sz="8800" dirty="0">
                <a:solidFill>
                  <a:schemeClr val="accent1"/>
                </a:solidFill>
                <a:latin typeface="Amore" pitchFamily="50" charset="0"/>
              </a:rPr>
              <a:t>camisetas e canecas</a:t>
            </a:r>
          </a:p>
        </p:txBody>
      </p:sp>
      <p:pic>
        <p:nvPicPr>
          <p:cNvPr id="15" name="Good For You – THBD (No Copyright Music)-[AudioTrimmer.com]">
            <a:hlinkClick r:id="" action="ppaction://media"/>
            <a:extLst>
              <a:ext uri="{FF2B5EF4-FFF2-40B4-BE49-F238E27FC236}">
                <a16:creationId xmlns:a16="http://schemas.microsoft.com/office/drawing/2014/main" id="{0D1BE72D-9A6C-FAD2-9282-7D9C6614F00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878388" y="10279063"/>
            <a:ext cx="609600" cy="6096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670A646-7EA5-BF80-0318-EE3BFA3CCC6E}"/>
              </a:ext>
            </a:extLst>
          </p:cNvPr>
          <p:cNvSpPr txBox="1"/>
          <p:nvPr/>
        </p:nvSpPr>
        <p:spPr>
          <a:xfrm rot="16200000">
            <a:off x="547605" y="3054842"/>
            <a:ext cx="278674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dirty="0">
                <a:latin typeface="B Prahara TH_Tlsn Tgn" panose="02000800000000000000" pitchFamily="2" charset="0"/>
              </a:rPr>
              <a:t>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610DF5-6C6D-4744-F4DE-459B61028D36}"/>
              </a:ext>
            </a:extLst>
          </p:cNvPr>
          <p:cNvSpPr txBox="1"/>
          <p:nvPr/>
        </p:nvSpPr>
        <p:spPr>
          <a:xfrm>
            <a:off x="2159313" y="1653955"/>
            <a:ext cx="676871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FF0000"/>
                </a:solidFill>
                <a:latin typeface="B Prahara TH_Tlsn Tgn" panose="02000800000000000000" pitchFamily="2" charset="0"/>
              </a:rPr>
              <a:t>pais</a:t>
            </a:r>
            <a:endParaRPr lang="pt-BR" sz="19900" dirty="0">
              <a:latin typeface="B Prahara TH_Tlsn Tgn" panose="020008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61FAC9-29CA-9DA2-0152-7BD2D7AA8BF7}"/>
              </a:ext>
            </a:extLst>
          </p:cNvPr>
          <p:cNvSpPr txBox="1"/>
          <p:nvPr/>
        </p:nvSpPr>
        <p:spPr>
          <a:xfrm>
            <a:off x="4389837" y="1301335"/>
            <a:ext cx="5553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latin typeface="B Prahara TH_Tlsn Tgn" panose="02000800000000000000" pitchFamily="2" charset="0"/>
              </a:rPr>
              <a:t>chegando</a:t>
            </a:r>
          </a:p>
        </p:txBody>
      </p:sp>
      <p:pic>
        <p:nvPicPr>
          <p:cNvPr id="9" name="Wake up  Música Instrumental Animada Liberada Para Usar Em Vídeos  No Copyright-[AudioTrimmer.com]">
            <a:hlinkClick r:id="" action="ppaction://media"/>
            <a:extLst>
              <a:ext uri="{FF2B5EF4-FFF2-40B4-BE49-F238E27FC236}">
                <a16:creationId xmlns:a16="http://schemas.microsoft.com/office/drawing/2014/main" id="{91528A22-32DE-22D9-6C13-C6733C7DBA90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878388" y="10279063"/>
            <a:ext cx="609600" cy="609600"/>
          </a:xfrm>
          <a:prstGeom prst="rect">
            <a:avLst/>
          </a:prstGeom>
        </p:spPr>
      </p:pic>
      <p:pic>
        <p:nvPicPr>
          <p:cNvPr id="8" name="Wake up  Música Instrumental Animada Liberada Para Usar Em Vídeos  No Copyright-[AudioTrimmer.com]">
            <a:hlinkClick r:id="" action="ppaction://media"/>
            <a:extLst>
              <a:ext uri="{FF2B5EF4-FFF2-40B4-BE49-F238E27FC236}">
                <a16:creationId xmlns:a16="http://schemas.microsoft.com/office/drawing/2014/main" id="{B6526EDC-DE33-DBF0-D48B-0DA5D21207E3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878388" y="10279063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1198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58"/>
    </mc:Choice>
    <mc:Fallback>
      <p:transition spd="slow" advTm="97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91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7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4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numSld="999" showWhenStopped="0">
                <p:cTn id="14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 numSld="999" showWhenStopped="0">
                <p:cTn id="15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13" grpId="0" animBg="1"/>
      <p:bldP spid="13" grpId="1" animBg="1"/>
      <p:bldP spid="4" grpId="0"/>
      <p:bldP spid="4" grpId="1"/>
      <p:bldP spid="5" grpId="0"/>
      <p:bldP spid="5" grpId="1"/>
      <p:bldP spid="14" grpId="0" animBg="1"/>
      <p:bldP spid="14" grpId="1" animBg="1"/>
      <p:bldP spid="6" grpId="0"/>
      <p:bldP spid="6" grpId="1"/>
      <p:bldP spid="2" grpId="0"/>
      <p:bldP spid="2" grpId="1"/>
      <p:bldP spid="3" grpId="0"/>
      <p:bldP spid="3" grpId="1"/>
      <p:bldP spid="7" grpId="0"/>
      <p:bldP spid="7" grpId="1"/>
    </p:bldLst>
  </p:timing>
  <p:extLst>
    <p:ext uri="{E180D4A7-C9FB-4DFB-919C-405C955672EB}">
      <p14:showEvtLst xmlns:p14="http://schemas.microsoft.com/office/powerpoint/2010/main">
        <p14:playEvt time="144" objId="8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1BB6BC6-5052-BB84-CBB7-ED418ED8ACB6}"/>
              </a:ext>
            </a:extLst>
          </p:cNvPr>
          <p:cNvSpPr txBox="1"/>
          <p:nvPr/>
        </p:nvSpPr>
        <p:spPr>
          <a:xfrm>
            <a:off x="2477318" y="1383327"/>
            <a:ext cx="41358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800" dirty="0">
                <a:latin typeface="Aquene" pitchFamily="50" charset="0"/>
              </a:rPr>
              <a:t>Diversos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EC26E0-D6D5-C080-DDA1-60410AA4619D}"/>
              </a:ext>
            </a:extLst>
          </p:cNvPr>
          <p:cNvSpPr txBox="1"/>
          <p:nvPr/>
        </p:nvSpPr>
        <p:spPr>
          <a:xfrm>
            <a:off x="2676692" y="2452104"/>
            <a:ext cx="750077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800" dirty="0">
                <a:latin typeface="Clarinet" panose="02000503000000000000" pitchFamily="50" charset="0"/>
              </a:rPr>
              <a:t>Modelos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84CDF2-9E63-FA4C-9B90-2611F478A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553" y="12169708"/>
            <a:ext cx="8977025" cy="89770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5A897C-2586-4D72-D54D-0E6A5C236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86" y="15076356"/>
            <a:ext cx="6070377" cy="607037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59CC730-DC91-4208-E6D2-358E03BF07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49" y="4668095"/>
            <a:ext cx="9339263" cy="714295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9868641-8EFE-1283-5569-06841B23B0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80770" flipH="1">
            <a:off x="7590527" y="357843"/>
            <a:ext cx="2381250" cy="238125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6BAEADB-C8FD-2B73-9463-583CB88BEC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19230">
            <a:off x="214235" y="2840485"/>
            <a:ext cx="2381250" cy="2381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3505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23"/>
    </mc:Choice>
    <mc:Fallback>
      <p:transition spd="slow" advTm="73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7EB8D33-7708-7CB4-3299-5F6FD584666A}"/>
              </a:ext>
            </a:extLst>
          </p:cNvPr>
          <p:cNvSpPr txBox="1"/>
          <p:nvPr/>
        </p:nvSpPr>
        <p:spPr>
          <a:xfrm>
            <a:off x="2165225" y="1142572"/>
            <a:ext cx="6305124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00" dirty="0">
                <a:latin typeface="Aquene" pitchFamily="50" charset="0"/>
              </a:rPr>
              <a:t>Conte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D7937D0-0A31-34CD-4E1C-0CBC362B580C}"/>
              </a:ext>
            </a:extLst>
          </p:cNvPr>
          <p:cNvSpPr txBox="1"/>
          <p:nvPr/>
        </p:nvSpPr>
        <p:spPr>
          <a:xfrm>
            <a:off x="6899281" y="2144869"/>
            <a:ext cx="346868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700" dirty="0">
                <a:latin typeface="Acme" panose="02000706050000020004" pitchFamily="2" charset="0"/>
              </a:rPr>
              <a:t>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629902-8B62-6BF2-C6C4-CB7FB8A6D8F5}"/>
              </a:ext>
            </a:extLst>
          </p:cNvPr>
          <p:cNvSpPr txBox="1"/>
          <p:nvPr/>
        </p:nvSpPr>
        <p:spPr>
          <a:xfrm>
            <a:off x="988911" y="5825512"/>
            <a:ext cx="739978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00" dirty="0">
                <a:solidFill>
                  <a:srgbClr val="FF0000"/>
                </a:solidFill>
                <a:latin typeface="Malibu Babylon" pitchFamily="2" charset="0"/>
              </a:rPr>
              <a:t>Gente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BF01122-E387-0CEA-FE16-6D5B4D993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41" y="11829718"/>
            <a:ext cx="1753878" cy="175076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1D6AA37-D4FF-A01A-A027-0AAD89FFA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41" y="9006213"/>
            <a:ext cx="1807694" cy="182051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22F39C-6C27-BEE9-82E9-A3AF2852CA91}"/>
              </a:ext>
            </a:extLst>
          </p:cNvPr>
          <p:cNvSpPr txBox="1"/>
          <p:nvPr/>
        </p:nvSpPr>
        <p:spPr>
          <a:xfrm>
            <a:off x="3072519" y="9257068"/>
            <a:ext cx="61269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>
                <a:latin typeface="Bebas Neue" panose="020B0606020202050201" pitchFamily="34" charset="0"/>
              </a:rPr>
              <a:t>51 99163-1260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7D929D-AD1D-E60B-47FF-D9020B4C23DD}"/>
              </a:ext>
            </a:extLst>
          </p:cNvPr>
          <p:cNvSpPr txBox="1"/>
          <p:nvPr/>
        </p:nvSpPr>
        <p:spPr>
          <a:xfrm>
            <a:off x="3227124" y="12010826"/>
            <a:ext cx="57214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dirty="0">
                <a:latin typeface="Bebas Neue" panose="020B0606020202050201" pitchFamily="34" charset="0"/>
              </a:rPr>
              <a:t>@scsilveira2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1902ED-0FD5-A360-C82F-E5C1C9ECABF2}"/>
              </a:ext>
            </a:extLst>
          </p:cNvPr>
          <p:cNvSpPr txBox="1"/>
          <p:nvPr/>
        </p:nvSpPr>
        <p:spPr>
          <a:xfrm>
            <a:off x="2165225" y="2829856"/>
            <a:ext cx="406393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00" dirty="0">
                <a:latin typeface="Harlow Solid Italic" panose="04030604020F02020D02" pitchFamily="82" charset="0"/>
              </a:rPr>
              <a:t>com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4FBC34-CB83-2184-8C9B-451F44A9613E}"/>
              </a:ext>
            </a:extLst>
          </p:cNvPr>
          <p:cNvSpPr txBox="1"/>
          <p:nvPr/>
        </p:nvSpPr>
        <p:spPr>
          <a:xfrm>
            <a:off x="1664383" y="15500614"/>
            <a:ext cx="7306807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3800" dirty="0">
                <a:latin typeface="Allura" pitchFamily="2" charset="0"/>
              </a:rPr>
              <a:t>Sublimação</a:t>
            </a:r>
          </a:p>
          <a:p>
            <a:pPr algn="ctr"/>
            <a:r>
              <a:rPr lang="pt-BR" sz="13800" dirty="0">
                <a:latin typeface="Allura" pitchFamily="2" charset="0"/>
              </a:rPr>
              <a:t>Silveira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2920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65"/>
    </mc:Choice>
    <mc:Fallback>
      <p:transition spd="slow" advTm="87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75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allAtOnce"/>
      <p:bldP spid="11" grpId="0"/>
      <p:bldP spid="12" grpId="0"/>
      <p:bldP spid="2" grpId="0"/>
      <p:bldP spid="3" grpId="0" build="allAtOnce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6|0.6|0.8|0.6|0.9|0.9|0.7|0.9|0.6|0.5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8|0.7|0.8|1.1|0.6|0.8|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7|0.7|0.4|0.9|0.6|0.7|0.6|0.9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</TotalTime>
  <Words>29</Words>
  <Application>Microsoft Office PowerPoint</Application>
  <PresentationFormat>Personalizar</PresentationFormat>
  <Paragraphs>18</Paragraphs>
  <Slides>3</Slides>
  <Notes>0</Notes>
  <HiddenSlides>0</HiddenSlides>
  <MMClips>3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6" baseType="lpstr">
      <vt:lpstr>Acme</vt:lpstr>
      <vt:lpstr>Allura</vt:lpstr>
      <vt:lpstr>Amore</vt:lpstr>
      <vt:lpstr>Aquene</vt:lpstr>
      <vt:lpstr>Arial</vt:lpstr>
      <vt:lpstr>B Prahara TH_Tlsn Tgn</vt:lpstr>
      <vt:lpstr>Bebas Neue</vt:lpstr>
      <vt:lpstr>Calibri</vt:lpstr>
      <vt:lpstr>Calibri Light</vt:lpstr>
      <vt:lpstr>Clarinet</vt:lpstr>
      <vt:lpstr>Harlow Solid Italic</vt:lpstr>
      <vt:lpstr>Malibu Babylon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Leal</dc:creator>
  <cp:lastModifiedBy>Luciano Leal</cp:lastModifiedBy>
  <cp:revision>12</cp:revision>
  <dcterms:created xsi:type="dcterms:W3CDTF">2024-06-29T18:09:01Z</dcterms:created>
  <dcterms:modified xsi:type="dcterms:W3CDTF">2024-06-30T02:30:43Z</dcterms:modified>
</cp:coreProperties>
</file>