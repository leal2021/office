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3" r:id="rId2"/>
    <p:sldId id="256" r:id="rId3"/>
    <p:sldId id="257" r:id="rId4"/>
    <p:sldId id="258" r:id="rId5"/>
    <p:sldId id="259" r:id="rId6"/>
    <p:sldId id="260" r:id="rId7"/>
    <p:sldId id="262" r:id="rId8"/>
  </p:sldIdLst>
  <p:sldSz cx="10288588" cy="1828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ção do Resumo" id="{EC7D9F54-EB94-4784-9770-B62509944F38}">
          <p14:sldIdLst>
            <p14:sldId id="263"/>
          </p14:sldIdLst>
        </p14:section>
        <p14:section name="Seção 1" id="{DE1EB9FE-ACA6-44B6-8C15-D9E0E2DDBD24}">
          <p14:sldIdLst>
            <p14:sldId id="256"/>
          </p14:sldIdLst>
        </p14:section>
        <p14:section name="Seção 2" id="{A37C2783-59ED-47C9-847E-E3BC997386C4}">
          <p14:sldIdLst>
            <p14:sldId id="257"/>
          </p14:sldIdLst>
        </p14:section>
        <p14:section name="Seção 3" id="{03AD8D4D-F3E6-48BF-8668-2B0CC598D91A}">
          <p14:sldIdLst>
            <p14:sldId id="258"/>
          </p14:sldIdLst>
        </p14:section>
        <p14:section name="Seção 4" id="{BCAE0BC6-9ED6-46A9-8D2E-1E2A15AD1386}">
          <p14:sldIdLst>
            <p14:sldId id="259"/>
          </p14:sldIdLst>
        </p14:section>
        <p14:section name="Seção 5" id="{81EDE1A0-ED35-47B9-ADBF-74A9B363EE12}">
          <p14:sldIdLst>
            <p14:sldId id="260"/>
          </p14:sldIdLst>
        </p14:section>
        <p14:section name="Seção 6" id="{9EC3EF29-5BAF-4888-99B1-4BA8B28227BC}">
          <p14:sldIdLst>
            <p14:sldId id="262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24" d="100"/>
          <a:sy n="24" d="100"/>
        </p:scale>
        <p:origin x="264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71644" y="2992968"/>
            <a:ext cx="8745300" cy="6366933"/>
          </a:xfrm>
        </p:spPr>
        <p:txBody>
          <a:bodyPr anchor="b"/>
          <a:lstStyle>
            <a:lvl1pPr algn="ctr">
              <a:defRPr sz="6751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86074" y="9605435"/>
            <a:ext cx="7716441" cy="4415365"/>
          </a:xfrm>
        </p:spPr>
        <p:txBody>
          <a:bodyPr/>
          <a:lstStyle>
            <a:lvl1pPr marL="0" indent="0" algn="ctr">
              <a:buNone/>
              <a:defRPr sz="2700"/>
            </a:lvl1pPr>
            <a:lvl2pPr marL="514441" indent="0" algn="ctr">
              <a:buNone/>
              <a:defRPr sz="2250"/>
            </a:lvl2pPr>
            <a:lvl3pPr marL="1028883" indent="0" algn="ctr">
              <a:buNone/>
              <a:defRPr sz="2025"/>
            </a:lvl3pPr>
            <a:lvl4pPr marL="1543324" indent="0" algn="ctr">
              <a:buNone/>
              <a:defRPr sz="1800"/>
            </a:lvl4pPr>
            <a:lvl5pPr marL="2057766" indent="0" algn="ctr">
              <a:buNone/>
              <a:defRPr sz="1800"/>
            </a:lvl5pPr>
            <a:lvl6pPr marL="2572207" indent="0" algn="ctr">
              <a:buNone/>
              <a:defRPr sz="1800"/>
            </a:lvl6pPr>
            <a:lvl7pPr marL="3086649" indent="0" algn="ctr">
              <a:buNone/>
              <a:defRPr sz="1800"/>
            </a:lvl7pPr>
            <a:lvl8pPr marL="3601090" indent="0" algn="ctr">
              <a:buNone/>
              <a:defRPr sz="1800"/>
            </a:lvl8pPr>
            <a:lvl9pPr marL="4115532" indent="0" algn="ctr">
              <a:buNone/>
              <a:defRPr sz="18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02D461-3527-4CB6-BA9F-41707B2A32BA}" type="datetimeFigureOut">
              <a:rPr lang="pt-BR" smtClean="0"/>
              <a:t>14/09/2024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2D237-8F75-40C5-BA7E-C223EF93E7B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242933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02D461-3527-4CB6-BA9F-41707B2A32BA}" type="datetimeFigureOut">
              <a:rPr lang="pt-BR" smtClean="0"/>
              <a:t>14/09/2024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2D237-8F75-40C5-BA7E-C223EF93E7B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512394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1982" y="4559305"/>
            <a:ext cx="8873907" cy="7607299"/>
          </a:xfrm>
        </p:spPr>
        <p:txBody>
          <a:bodyPr anchor="b"/>
          <a:lstStyle>
            <a:lvl1pPr>
              <a:defRPr sz="6751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01982" y="12238572"/>
            <a:ext cx="8873907" cy="4000499"/>
          </a:xfrm>
        </p:spPr>
        <p:txBody>
          <a:bodyPr/>
          <a:lstStyle>
            <a:lvl1pPr marL="0" indent="0">
              <a:buNone/>
              <a:defRPr sz="2700">
                <a:solidFill>
                  <a:schemeClr val="tx1"/>
                </a:solidFill>
              </a:defRPr>
            </a:lvl1pPr>
            <a:lvl2pPr marL="514441" indent="0">
              <a:buNone/>
              <a:defRPr sz="2250">
                <a:solidFill>
                  <a:schemeClr val="tx1">
                    <a:tint val="75000"/>
                  </a:schemeClr>
                </a:solidFill>
              </a:defRPr>
            </a:lvl2pPr>
            <a:lvl3pPr marL="1028883" indent="0">
              <a:buNone/>
              <a:defRPr sz="2025">
                <a:solidFill>
                  <a:schemeClr val="tx1">
                    <a:tint val="75000"/>
                  </a:schemeClr>
                </a:solidFill>
              </a:defRPr>
            </a:lvl3pPr>
            <a:lvl4pPr marL="1543324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4pPr>
            <a:lvl5pPr marL="2057766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5pPr>
            <a:lvl6pPr marL="257220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6pPr>
            <a:lvl7pPr marL="3086649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7pPr>
            <a:lvl8pPr marL="360109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8pPr>
            <a:lvl9pPr marL="4115532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02D461-3527-4CB6-BA9F-41707B2A32BA}" type="datetimeFigureOut">
              <a:rPr lang="pt-BR" smtClean="0"/>
              <a:t>14/09/2024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2D237-8F75-40C5-BA7E-C223EF93E7B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233052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07340" y="4868333"/>
            <a:ext cx="4372650" cy="1160356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08598" y="4868333"/>
            <a:ext cx="4372650" cy="1160356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02D461-3527-4CB6-BA9F-41707B2A32BA}" type="datetimeFigureOut">
              <a:rPr lang="pt-BR" smtClean="0"/>
              <a:t>14/09/2024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2D237-8F75-40C5-BA7E-C223EF93E7B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080937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681" y="973671"/>
            <a:ext cx="8873907" cy="3534835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08682" y="4483101"/>
            <a:ext cx="4352554" cy="2197099"/>
          </a:xfrm>
        </p:spPr>
        <p:txBody>
          <a:bodyPr anchor="b"/>
          <a:lstStyle>
            <a:lvl1pPr marL="0" indent="0">
              <a:buNone/>
              <a:defRPr sz="2700" b="1"/>
            </a:lvl1pPr>
            <a:lvl2pPr marL="514441" indent="0">
              <a:buNone/>
              <a:defRPr sz="2250" b="1"/>
            </a:lvl2pPr>
            <a:lvl3pPr marL="1028883" indent="0">
              <a:buNone/>
              <a:defRPr sz="2025" b="1"/>
            </a:lvl3pPr>
            <a:lvl4pPr marL="1543324" indent="0">
              <a:buNone/>
              <a:defRPr sz="1800" b="1"/>
            </a:lvl4pPr>
            <a:lvl5pPr marL="2057766" indent="0">
              <a:buNone/>
              <a:defRPr sz="1800" b="1"/>
            </a:lvl5pPr>
            <a:lvl6pPr marL="2572207" indent="0">
              <a:buNone/>
              <a:defRPr sz="1800" b="1"/>
            </a:lvl6pPr>
            <a:lvl7pPr marL="3086649" indent="0">
              <a:buNone/>
              <a:defRPr sz="1800" b="1"/>
            </a:lvl7pPr>
            <a:lvl8pPr marL="3601090" indent="0">
              <a:buNone/>
              <a:defRPr sz="1800" b="1"/>
            </a:lvl8pPr>
            <a:lvl9pPr marL="4115532" indent="0">
              <a:buNone/>
              <a:defRPr sz="18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08682" y="6680200"/>
            <a:ext cx="4352554" cy="982556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208598" y="4483101"/>
            <a:ext cx="4373990" cy="2197099"/>
          </a:xfrm>
        </p:spPr>
        <p:txBody>
          <a:bodyPr anchor="b"/>
          <a:lstStyle>
            <a:lvl1pPr marL="0" indent="0">
              <a:buNone/>
              <a:defRPr sz="2700" b="1"/>
            </a:lvl1pPr>
            <a:lvl2pPr marL="514441" indent="0">
              <a:buNone/>
              <a:defRPr sz="2250" b="1"/>
            </a:lvl2pPr>
            <a:lvl3pPr marL="1028883" indent="0">
              <a:buNone/>
              <a:defRPr sz="2025" b="1"/>
            </a:lvl3pPr>
            <a:lvl4pPr marL="1543324" indent="0">
              <a:buNone/>
              <a:defRPr sz="1800" b="1"/>
            </a:lvl4pPr>
            <a:lvl5pPr marL="2057766" indent="0">
              <a:buNone/>
              <a:defRPr sz="1800" b="1"/>
            </a:lvl5pPr>
            <a:lvl6pPr marL="2572207" indent="0">
              <a:buNone/>
              <a:defRPr sz="1800" b="1"/>
            </a:lvl6pPr>
            <a:lvl7pPr marL="3086649" indent="0">
              <a:buNone/>
              <a:defRPr sz="1800" b="1"/>
            </a:lvl7pPr>
            <a:lvl8pPr marL="3601090" indent="0">
              <a:buNone/>
              <a:defRPr sz="1800" b="1"/>
            </a:lvl8pPr>
            <a:lvl9pPr marL="4115532" indent="0">
              <a:buNone/>
              <a:defRPr sz="18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208598" y="6680200"/>
            <a:ext cx="4373990" cy="982556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02D461-3527-4CB6-BA9F-41707B2A32BA}" type="datetimeFigureOut">
              <a:rPr lang="pt-BR" smtClean="0"/>
              <a:t>14/09/2024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2D237-8F75-40C5-BA7E-C223EF93E7B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665731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02D461-3527-4CB6-BA9F-41707B2A32BA}" type="datetimeFigureOut">
              <a:rPr lang="pt-BR" smtClean="0"/>
              <a:t>14/09/2024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2D237-8F75-40C5-BA7E-C223EF93E7B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627296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02D461-3527-4CB6-BA9F-41707B2A32BA}" type="datetimeFigureOut">
              <a:rPr lang="pt-BR" smtClean="0"/>
              <a:t>14/09/2024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2D237-8F75-40C5-BA7E-C223EF93E7B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84495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681" y="1219200"/>
            <a:ext cx="3318337" cy="4267200"/>
          </a:xfrm>
        </p:spPr>
        <p:txBody>
          <a:bodyPr anchor="b"/>
          <a:lstStyle>
            <a:lvl1pPr>
              <a:defRPr sz="3601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73990" y="2633138"/>
            <a:ext cx="5208598" cy="12996333"/>
          </a:xfrm>
        </p:spPr>
        <p:txBody>
          <a:bodyPr/>
          <a:lstStyle>
            <a:lvl1pPr>
              <a:defRPr sz="3601"/>
            </a:lvl1pPr>
            <a:lvl2pPr>
              <a:defRPr sz="3151"/>
            </a:lvl2pPr>
            <a:lvl3pPr>
              <a:defRPr sz="2700"/>
            </a:lvl3pPr>
            <a:lvl4pPr>
              <a:defRPr sz="2250"/>
            </a:lvl4pPr>
            <a:lvl5pPr>
              <a:defRPr sz="2250"/>
            </a:lvl5pPr>
            <a:lvl6pPr>
              <a:defRPr sz="2250"/>
            </a:lvl6pPr>
            <a:lvl7pPr>
              <a:defRPr sz="2250"/>
            </a:lvl7pPr>
            <a:lvl8pPr>
              <a:defRPr sz="2250"/>
            </a:lvl8pPr>
            <a:lvl9pPr>
              <a:defRPr sz="225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681" y="5486400"/>
            <a:ext cx="3318337" cy="10164235"/>
          </a:xfrm>
        </p:spPr>
        <p:txBody>
          <a:bodyPr/>
          <a:lstStyle>
            <a:lvl1pPr marL="0" indent="0">
              <a:buNone/>
              <a:defRPr sz="1800"/>
            </a:lvl1pPr>
            <a:lvl2pPr marL="514441" indent="0">
              <a:buNone/>
              <a:defRPr sz="1575"/>
            </a:lvl2pPr>
            <a:lvl3pPr marL="1028883" indent="0">
              <a:buNone/>
              <a:defRPr sz="1350"/>
            </a:lvl3pPr>
            <a:lvl4pPr marL="1543324" indent="0">
              <a:buNone/>
              <a:defRPr sz="1125"/>
            </a:lvl4pPr>
            <a:lvl5pPr marL="2057766" indent="0">
              <a:buNone/>
              <a:defRPr sz="1125"/>
            </a:lvl5pPr>
            <a:lvl6pPr marL="2572207" indent="0">
              <a:buNone/>
              <a:defRPr sz="1125"/>
            </a:lvl6pPr>
            <a:lvl7pPr marL="3086649" indent="0">
              <a:buNone/>
              <a:defRPr sz="1125"/>
            </a:lvl7pPr>
            <a:lvl8pPr marL="3601090" indent="0">
              <a:buNone/>
              <a:defRPr sz="1125"/>
            </a:lvl8pPr>
            <a:lvl9pPr marL="4115532" indent="0">
              <a:buNone/>
              <a:defRPr sz="1125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02D461-3527-4CB6-BA9F-41707B2A32BA}" type="datetimeFigureOut">
              <a:rPr lang="pt-BR" smtClean="0"/>
              <a:t>14/09/2024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2D237-8F75-40C5-BA7E-C223EF93E7B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471358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681" y="1219200"/>
            <a:ext cx="3318337" cy="4267200"/>
          </a:xfrm>
        </p:spPr>
        <p:txBody>
          <a:bodyPr anchor="b"/>
          <a:lstStyle>
            <a:lvl1pPr>
              <a:defRPr sz="3601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373990" y="2633138"/>
            <a:ext cx="5208598" cy="12996333"/>
          </a:xfrm>
        </p:spPr>
        <p:txBody>
          <a:bodyPr anchor="t"/>
          <a:lstStyle>
            <a:lvl1pPr marL="0" indent="0">
              <a:buNone/>
              <a:defRPr sz="3601"/>
            </a:lvl1pPr>
            <a:lvl2pPr marL="514441" indent="0">
              <a:buNone/>
              <a:defRPr sz="3151"/>
            </a:lvl2pPr>
            <a:lvl3pPr marL="1028883" indent="0">
              <a:buNone/>
              <a:defRPr sz="2700"/>
            </a:lvl3pPr>
            <a:lvl4pPr marL="1543324" indent="0">
              <a:buNone/>
              <a:defRPr sz="2250"/>
            </a:lvl4pPr>
            <a:lvl5pPr marL="2057766" indent="0">
              <a:buNone/>
              <a:defRPr sz="2250"/>
            </a:lvl5pPr>
            <a:lvl6pPr marL="2572207" indent="0">
              <a:buNone/>
              <a:defRPr sz="2250"/>
            </a:lvl6pPr>
            <a:lvl7pPr marL="3086649" indent="0">
              <a:buNone/>
              <a:defRPr sz="2250"/>
            </a:lvl7pPr>
            <a:lvl8pPr marL="3601090" indent="0">
              <a:buNone/>
              <a:defRPr sz="2250"/>
            </a:lvl8pPr>
            <a:lvl9pPr marL="4115532" indent="0">
              <a:buNone/>
              <a:defRPr sz="225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681" y="5486400"/>
            <a:ext cx="3318337" cy="10164235"/>
          </a:xfrm>
        </p:spPr>
        <p:txBody>
          <a:bodyPr/>
          <a:lstStyle>
            <a:lvl1pPr marL="0" indent="0">
              <a:buNone/>
              <a:defRPr sz="1800"/>
            </a:lvl1pPr>
            <a:lvl2pPr marL="514441" indent="0">
              <a:buNone/>
              <a:defRPr sz="1575"/>
            </a:lvl2pPr>
            <a:lvl3pPr marL="1028883" indent="0">
              <a:buNone/>
              <a:defRPr sz="1350"/>
            </a:lvl3pPr>
            <a:lvl4pPr marL="1543324" indent="0">
              <a:buNone/>
              <a:defRPr sz="1125"/>
            </a:lvl4pPr>
            <a:lvl5pPr marL="2057766" indent="0">
              <a:buNone/>
              <a:defRPr sz="1125"/>
            </a:lvl5pPr>
            <a:lvl6pPr marL="2572207" indent="0">
              <a:buNone/>
              <a:defRPr sz="1125"/>
            </a:lvl6pPr>
            <a:lvl7pPr marL="3086649" indent="0">
              <a:buNone/>
              <a:defRPr sz="1125"/>
            </a:lvl7pPr>
            <a:lvl8pPr marL="3601090" indent="0">
              <a:buNone/>
              <a:defRPr sz="1125"/>
            </a:lvl8pPr>
            <a:lvl9pPr marL="4115532" indent="0">
              <a:buNone/>
              <a:defRPr sz="1125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02D461-3527-4CB6-BA9F-41707B2A32BA}" type="datetimeFigureOut">
              <a:rPr lang="pt-BR" smtClean="0"/>
              <a:t>14/09/2024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2D237-8F75-40C5-BA7E-C223EF93E7B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947161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02D461-3527-4CB6-BA9F-41707B2A32BA}" type="datetimeFigureOut">
              <a:rPr lang="pt-BR" smtClean="0"/>
              <a:t>14/09/2024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2D237-8F75-40C5-BA7E-C223EF93E7B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954316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362771" y="973667"/>
            <a:ext cx="2218477" cy="1549823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07341" y="973667"/>
            <a:ext cx="6526823" cy="1549823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02D461-3527-4CB6-BA9F-41707B2A32BA}" type="datetimeFigureOut">
              <a:rPr lang="pt-BR" smtClean="0"/>
              <a:t>14/09/2024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2D237-8F75-40C5-BA7E-C223EF93E7B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604874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07341" y="973671"/>
            <a:ext cx="8873907" cy="35348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07341" y="4868333"/>
            <a:ext cx="8873907" cy="1160356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07341" y="16950271"/>
            <a:ext cx="2314932" cy="9736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02D461-3527-4CB6-BA9F-41707B2A32BA}" type="datetimeFigureOut">
              <a:rPr lang="pt-BR" smtClean="0"/>
              <a:t>14/09/2024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08095" y="16950271"/>
            <a:ext cx="3472398" cy="9736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266315" y="16950271"/>
            <a:ext cx="2314932" cy="9736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92D237-8F75-40C5-BA7E-C223EF93E7B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66902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1028883" rtl="0" eaLnBrk="1" latinLnBrk="0" hangingPunct="1">
        <a:lnSpc>
          <a:spcPct val="90000"/>
        </a:lnSpc>
        <a:spcBef>
          <a:spcPct val="0"/>
        </a:spcBef>
        <a:buNone/>
        <a:defRPr sz="495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7221" indent="-257221" algn="l" defTabSz="1028883" rtl="0" eaLnBrk="1" latinLnBrk="0" hangingPunct="1">
        <a:lnSpc>
          <a:spcPct val="90000"/>
        </a:lnSpc>
        <a:spcBef>
          <a:spcPts val="1125"/>
        </a:spcBef>
        <a:buFont typeface="Arial" panose="020B0604020202020204" pitchFamily="34" charset="0"/>
        <a:buChar char="•"/>
        <a:defRPr sz="3151" kern="1200">
          <a:solidFill>
            <a:schemeClr val="tx1"/>
          </a:solidFill>
          <a:latin typeface="+mn-lt"/>
          <a:ea typeface="+mn-ea"/>
          <a:cs typeface="+mn-cs"/>
        </a:defRPr>
      </a:lvl1pPr>
      <a:lvl2pPr marL="771662" indent="-257221" algn="l" defTabSz="1028883" rtl="0" eaLnBrk="1" latinLnBrk="0" hangingPunct="1">
        <a:lnSpc>
          <a:spcPct val="90000"/>
        </a:lnSpc>
        <a:spcBef>
          <a:spcPts val="563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2pPr>
      <a:lvl3pPr marL="1286104" indent="-257221" algn="l" defTabSz="1028883" rtl="0" eaLnBrk="1" latinLnBrk="0" hangingPunct="1">
        <a:lnSpc>
          <a:spcPct val="90000"/>
        </a:lnSpc>
        <a:spcBef>
          <a:spcPts val="563"/>
        </a:spcBef>
        <a:buFont typeface="Arial" panose="020B0604020202020204" pitchFamily="34" charset="0"/>
        <a:buChar char="•"/>
        <a:defRPr sz="2250" kern="1200">
          <a:solidFill>
            <a:schemeClr val="tx1"/>
          </a:solidFill>
          <a:latin typeface="+mn-lt"/>
          <a:ea typeface="+mn-ea"/>
          <a:cs typeface="+mn-cs"/>
        </a:defRPr>
      </a:lvl3pPr>
      <a:lvl4pPr marL="1800545" indent="-257221" algn="l" defTabSz="1028883" rtl="0" eaLnBrk="1" latinLnBrk="0" hangingPunct="1">
        <a:lnSpc>
          <a:spcPct val="90000"/>
        </a:lnSpc>
        <a:spcBef>
          <a:spcPts val="563"/>
        </a:spcBef>
        <a:buFont typeface="Arial" panose="020B0604020202020204" pitchFamily="34" charset="0"/>
        <a:buChar char="•"/>
        <a:defRPr sz="2025" kern="1200">
          <a:solidFill>
            <a:schemeClr val="tx1"/>
          </a:solidFill>
          <a:latin typeface="+mn-lt"/>
          <a:ea typeface="+mn-ea"/>
          <a:cs typeface="+mn-cs"/>
        </a:defRPr>
      </a:lvl4pPr>
      <a:lvl5pPr marL="2314986" indent="-257221" algn="l" defTabSz="1028883" rtl="0" eaLnBrk="1" latinLnBrk="0" hangingPunct="1">
        <a:lnSpc>
          <a:spcPct val="90000"/>
        </a:lnSpc>
        <a:spcBef>
          <a:spcPts val="563"/>
        </a:spcBef>
        <a:buFont typeface="Arial" panose="020B0604020202020204" pitchFamily="34" charset="0"/>
        <a:buChar char="•"/>
        <a:defRPr sz="2025" kern="1200">
          <a:solidFill>
            <a:schemeClr val="tx1"/>
          </a:solidFill>
          <a:latin typeface="+mn-lt"/>
          <a:ea typeface="+mn-ea"/>
          <a:cs typeface="+mn-cs"/>
        </a:defRPr>
      </a:lvl5pPr>
      <a:lvl6pPr marL="2829428" indent="-257221" algn="l" defTabSz="1028883" rtl="0" eaLnBrk="1" latinLnBrk="0" hangingPunct="1">
        <a:lnSpc>
          <a:spcPct val="90000"/>
        </a:lnSpc>
        <a:spcBef>
          <a:spcPts val="563"/>
        </a:spcBef>
        <a:buFont typeface="Arial" panose="020B0604020202020204" pitchFamily="34" charset="0"/>
        <a:buChar char="•"/>
        <a:defRPr sz="2025" kern="1200">
          <a:solidFill>
            <a:schemeClr val="tx1"/>
          </a:solidFill>
          <a:latin typeface="+mn-lt"/>
          <a:ea typeface="+mn-ea"/>
          <a:cs typeface="+mn-cs"/>
        </a:defRPr>
      </a:lvl6pPr>
      <a:lvl7pPr marL="3343869" indent="-257221" algn="l" defTabSz="1028883" rtl="0" eaLnBrk="1" latinLnBrk="0" hangingPunct="1">
        <a:lnSpc>
          <a:spcPct val="90000"/>
        </a:lnSpc>
        <a:spcBef>
          <a:spcPts val="563"/>
        </a:spcBef>
        <a:buFont typeface="Arial" panose="020B0604020202020204" pitchFamily="34" charset="0"/>
        <a:buChar char="•"/>
        <a:defRPr sz="2025" kern="1200">
          <a:solidFill>
            <a:schemeClr val="tx1"/>
          </a:solidFill>
          <a:latin typeface="+mn-lt"/>
          <a:ea typeface="+mn-ea"/>
          <a:cs typeface="+mn-cs"/>
        </a:defRPr>
      </a:lvl7pPr>
      <a:lvl8pPr marL="3858311" indent="-257221" algn="l" defTabSz="1028883" rtl="0" eaLnBrk="1" latinLnBrk="0" hangingPunct="1">
        <a:lnSpc>
          <a:spcPct val="90000"/>
        </a:lnSpc>
        <a:spcBef>
          <a:spcPts val="563"/>
        </a:spcBef>
        <a:buFont typeface="Arial" panose="020B0604020202020204" pitchFamily="34" charset="0"/>
        <a:buChar char="•"/>
        <a:defRPr sz="2025" kern="1200">
          <a:solidFill>
            <a:schemeClr val="tx1"/>
          </a:solidFill>
          <a:latin typeface="+mn-lt"/>
          <a:ea typeface="+mn-ea"/>
          <a:cs typeface="+mn-cs"/>
        </a:defRPr>
      </a:lvl8pPr>
      <a:lvl9pPr marL="4372752" indent="-257221" algn="l" defTabSz="1028883" rtl="0" eaLnBrk="1" latinLnBrk="0" hangingPunct="1">
        <a:lnSpc>
          <a:spcPct val="90000"/>
        </a:lnSpc>
        <a:spcBef>
          <a:spcPts val="563"/>
        </a:spcBef>
        <a:buFont typeface="Arial" panose="020B0604020202020204" pitchFamily="34" charset="0"/>
        <a:buChar char="•"/>
        <a:defRPr sz="202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28883" rtl="0" eaLnBrk="1" latinLnBrk="0" hangingPunct="1">
        <a:defRPr sz="2025" kern="1200">
          <a:solidFill>
            <a:schemeClr val="tx1"/>
          </a:solidFill>
          <a:latin typeface="+mn-lt"/>
          <a:ea typeface="+mn-ea"/>
          <a:cs typeface="+mn-cs"/>
        </a:defRPr>
      </a:lvl1pPr>
      <a:lvl2pPr marL="514441" algn="l" defTabSz="1028883" rtl="0" eaLnBrk="1" latinLnBrk="0" hangingPunct="1">
        <a:defRPr sz="2025" kern="1200">
          <a:solidFill>
            <a:schemeClr val="tx1"/>
          </a:solidFill>
          <a:latin typeface="+mn-lt"/>
          <a:ea typeface="+mn-ea"/>
          <a:cs typeface="+mn-cs"/>
        </a:defRPr>
      </a:lvl2pPr>
      <a:lvl3pPr marL="1028883" algn="l" defTabSz="1028883" rtl="0" eaLnBrk="1" latinLnBrk="0" hangingPunct="1">
        <a:defRPr sz="2025" kern="1200">
          <a:solidFill>
            <a:schemeClr val="tx1"/>
          </a:solidFill>
          <a:latin typeface="+mn-lt"/>
          <a:ea typeface="+mn-ea"/>
          <a:cs typeface="+mn-cs"/>
        </a:defRPr>
      </a:lvl3pPr>
      <a:lvl4pPr marL="1543324" algn="l" defTabSz="1028883" rtl="0" eaLnBrk="1" latinLnBrk="0" hangingPunct="1">
        <a:defRPr sz="2025" kern="1200">
          <a:solidFill>
            <a:schemeClr val="tx1"/>
          </a:solidFill>
          <a:latin typeface="+mn-lt"/>
          <a:ea typeface="+mn-ea"/>
          <a:cs typeface="+mn-cs"/>
        </a:defRPr>
      </a:lvl4pPr>
      <a:lvl5pPr marL="2057766" algn="l" defTabSz="1028883" rtl="0" eaLnBrk="1" latinLnBrk="0" hangingPunct="1">
        <a:defRPr sz="2025" kern="1200">
          <a:solidFill>
            <a:schemeClr val="tx1"/>
          </a:solidFill>
          <a:latin typeface="+mn-lt"/>
          <a:ea typeface="+mn-ea"/>
          <a:cs typeface="+mn-cs"/>
        </a:defRPr>
      </a:lvl5pPr>
      <a:lvl6pPr marL="2572207" algn="l" defTabSz="1028883" rtl="0" eaLnBrk="1" latinLnBrk="0" hangingPunct="1">
        <a:defRPr sz="2025" kern="1200">
          <a:solidFill>
            <a:schemeClr val="tx1"/>
          </a:solidFill>
          <a:latin typeface="+mn-lt"/>
          <a:ea typeface="+mn-ea"/>
          <a:cs typeface="+mn-cs"/>
        </a:defRPr>
      </a:lvl6pPr>
      <a:lvl7pPr marL="3086649" algn="l" defTabSz="1028883" rtl="0" eaLnBrk="1" latinLnBrk="0" hangingPunct="1">
        <a:defRPr sz="2025" kern="1200">
          <a:solidFill>
            <a:schemeClr val="tx1"/>
          </a:solidFill>
          <a:latin typeface="+mn-lt"/>
          <a:ea typeface="+mn-ea"/>
          <a:cs typeface="+mn-cs"/>
        </a:defRPr>
      </a:lvl7pPr>
      <a:lvl8pPr marL="3601090" algn="l" defTabSz="1028883" rtl="0" eaLnBrk="1" latinLnBrk="0" hangingPunct="1">
        <a:defRPr sz="2025" kern="1200">
          <a:solidFill>
            <a:schemeClr val="tx1"/>
          </a:solidFill>
          <a:latin typeface="+mn-lt"/>
          <a:ea typeface="+mn-ea"/>
          <a:cs typeface="+mn-cs"/>
        </a:defRPr>
      </a:lvl8pPr>
      <a:lvl9pPr marL="4115532" algn="l" defTabSz="1028883" rtl="0" eaLnBrk="1" latinLnBrk="0" hangingPunct="1">
        <a:defRPr sz="202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slide" Target="slide6.xml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slide" Target="slide5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slide" Target="slide4.xml"/><Relationship Id="rId5" Type="http://schemas.openxmlformats.org/officeDocument/2006/relationships/image" Target="../media/image4.png"/><Relationship Id="rId10" Type="http://schemas.openxmlformats.org/officeDocument/2006/relationships/slide" Target="slide3.xml"/><Relationship Id="rId4" Type="http://schemas.openxmlformats.org/officeDocument/2006/relationships/image" Target="../media/image3.png"/><Relationship Id="rId9" Type="http://schemas.openxmlformats.org/officeDocument/2006/relationships/slide" Target="slide2.xml"/><Relationship Id="rId14" Type="http://schemas.openxmlformats.org/officeDocument/2006/relationships/slide" Target="slide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8" name="Picture 6">
            <a:extLst>
              <a:ext uri="{FF2B5EF4-FFF2-40B4-BE49-F238E27FC236}">
                <a16:creationId xmlns:a16="http://schemas.microsoft.com/office/drawing/2014/main" id="{6FABF40D-1FFC-573D-D8D6-5B41FD11BE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0288588" cy="1828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00E9CEDD-9E74-5289-0030-9615D525380B}"/>
              </a:ext>
            </a:extLst>
          </p:cNvPr>
          <p:cNvSpPr/>
          <p:nvPr/>
        </p:nvSpPr>
        <p:spPr>
          <a:xfrm>
            <a:off x="707341" y="1470991"/>
            <a:ext cx="8873222" cy="2146852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8E234A8-4AF3-4F57-78CC-78CD711A22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pt-BR" sz="6000" b="1" dirty="0">
                <a:solidFill>
                  <a:schemeClr val="bg1"/>
                </a:solidFill>
                <a:latin typeface="Bebas Neue" panose="020B0606020202050201" pitchFamily="34" charset="0"/>
              </a:rPr>
              <a:t>SUA EMPRESA OU NEGÓCIO</a:t>
            </a:r>
            <a:br>
              <a:rPr lang="pt-BR" sz="6000" b="1" dirty="0">
                <a:solidFill>
                  <a:schemeClr val="bg1"/>
                </a:solidFill>
                <a:latin typeface="Bebas Neue" panose="020B0606020202050201" pitchFamily="34" charset="0"/>
              </a:rPr>
            </a:br>
            <a:r>
              <a:rPr lang="pt-BR" sz="6000" b="1" dirty="0">
                <a:solidFill>
                  <a:schemeClr val="bg1"/>
                </a:solidFill>
                <a:latin typeface="Bebas Neue" panose="020B0606020202050201" pitchFamily="34" charset="0"/>
              </a:rPr>
              <a:t>NECESSITA:</a:t>
            </a:r>
          </a:p>
        </p:txBody>
      </p:sp>
      <mc:AlternateContent xmlns:mc="http://schemas.openxmlformats.org/markup-compatibility/2006">
        <mc:Choice xmlns:psuz="http://schemas.microsoft.com/office/powerpoint/2016/summaryzoom" Requires="psuz">
          <p:graphicFrame>
            <p:nvGraphicFramePr>
              <p:cNvPr id="5" name="Zoom do Resumo 4">
                <a:extLst>
                  <a:ext uri="{FF2B5EF4-FFF2-40B4-BE49-F238E27FC236}">
                    <a16:creationId xmlns:a16="http://schemas.microsoft.com/office/drawing/2014/main" id="{5D646168-8594-D07F-D10D-E0FC2B7EB5F9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417659738"/>
                  </p:ext>
                </p:extLst>
              </p:nvPr>
            </p:nvGraphicFramePr>
            <p:xfrm>
              <a:off x="708025" y="4868863"/>
              <a:ext cx="8872538" cy="11603037"/>
            </p:xfrm>
            <a:graphic>
              <a:graphicData uri="http://schemas.microsoft.com/office/powerpoint/2016/summaryzoom">
                <psuz:summaryZm>
                  <psuz:summaryZmObj sectionId="{DE1EB9FE-ACA6-44B6-8C15-D9E0E2DDBD24}">
                    <psuz:zmPr id="{951BAE71-CBDB-49F4-952F-1ADA67357A3B}" transitionDur="1000">
                      <p166:blipFill xmlns:p166="http://schemas.microsoft.com/office/powerpoint/2016/6/main">
                        <a:blip r:embed="rId3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266176" y="981505"/>
                          <a:ext cx="2661761" cy="4731288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uz:zmPr>
                  </psuz:summaryZmObj>
                  <psuz:summaryZmObj sectionId="{A37C2783-59ED-47C9-847E-E3BC997386C4}">
                    <psuz:zmPr id="{C2865886-6DC0-4D20-B8FC-1DBEC8C007F9}" transitionDur="1000">
                      <p166:blipFill xmlns:p166="http://schemas.microsoft.com/office/powerpoint/2016/6/main">
                        <a:blip r:embed="rId4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3105388" y="981505"/>
                          <a:ext cx="2661761" cy="4731288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uz:zmPr>
                  </psuz:summaryZmObj>
                  <psuz:summaryZmObj sectionId="{03AD8D4D-F3E6-48BF-8668-2B0CC598D91A}">
                    <psuz:zmPr id="{3D398617-C1C0-44C3-9ABF-91F5F2D7BAFD}" transitionDur="1000">
                      <p166:blipFill xmlns:p166="http://schemas.microsoft.com/office/powerpoint/2016/6/main">
                        <a:blip r:embed="rId5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5944600" y="981505"/>
                          <a:ext cx="2661761" cy="4731288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uz:zmPr>
                  </psuz:summaryZmObj>
                  <psuz:summaryZmObj sectionId="{BCAE0BC6-9ED6-46A9-8D2E-1E2A15AD1386}">
                    <psuz:zmPr id="{5EFF8258-AD09-4BA6-9265-B30F13DF0732}" transitionDur="1000">
                      <p166:blipFill xmlns:p166="http://schemas.microsoft.com/office/powerpoint/2016/6/main">
                        <a:blip r:embed="rId6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266176" y="5890244"/>
                          <a:ext cx="2661761" cy="4731288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uz:zmPr>
                  </psuz:summaryZmObj>
                  <psuz:summaryZmObj sectionId="{81EDE1A0-ED35-47B9-ADBF-74A9B363EE12}">
                    <psuz:zmPr id="{819B1507-245A-4BE9-852E-97B87A05A3B7}" transitionDur="1000">
                      <p166:blipFill xmlns:p166="http://schemas.microsoft.com/office/powerpoint/2016/6/main">
                        <a:blip r:embed="rId7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3105388" y="5890244"/>
                          <a:ext cx="2661761" cy="4731288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uz:zmPr>
                  </psuz:summaryZmObj>
                  <psuz:summaryZmObj sectionId="{9EC3EF29-5BAF-4888-99B1-4BA8B28227BC}">
                    <psuz:zmPr id="{B2806F1F-6E9B-450F-9ACC-4517698C4F42}" transitionDur="1000">
                      <p166:blipFill xmlns:p166="http://schemas.microsoft.com/office/powerpoint/2016/6/main">
                        <a:blip r:embed="rId8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5944600" y="5890244"/>
                          <a:ext cx="2661761" cy="4731288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uz:zmPr>
                  </psuz:summaryZmObj>
                  <psuz:gridLayout/>
                </psuz:summaryZm>
              </a:graphicData>
            </a:graphic>
          </p:graphicFrame>
        </mc:Choice>
        <mc:Fallback>
          <p:grpSp>
            <p:nvGrpSpPr>
              <p:cNvPr id="5" name="Zoom do Resumo 4">
                <a:extLst>
                  <a:ext uri="{FF2B5EF4-FFF2-40B4-BE49-F238E27FC236}">
                    <a16:creationId xmlns:a16="http://schemas.microsoft.com/office/drawing/2014/main" id="{5D646168-8594-D07F-D10D-E0FC2B7EB5F9}"/>
                  </a:ext>
                </a:extLst>
              </p:cNvPr>
              <p:cNvGrpSpPr>
                <a:grpSpLocks noGrp="1" noUngrp="1" noRot="1" noChangeAspect="1" noMove="1" noResize="1"/>
              </p:cNvGrpSpPr>
              <p:nvPr/>
            </p:nvGrpSpPr>
            <p:grpSpPr>
              <a:xfrm>
                <a:off x="708025" y="4868863"/>
                <a:ext cx="8872538" cy="11603037"/>
                <a:chOff x="708025" y="4868863"/>
                <a:chExt cx="8872538" cy="11603037"/>
              </a:xfrm>
            </p:grpSpPr>
            <p:pic>
              <p:nvPicPr>
                <p:cNvPr id="7" name="Imagem 7">
                  <a:hlinkClick r:id="rId9" action="ppaction://hlinksldjump"/>
                </p:cNvPr>
                <p:cNvPicPr>
                  <a:picLocks noSelect="1" noRot="1" noChangeAspect="1" noMove="1" noResize="1" noEditPoints="1" noAdjustHandles="1" noChangeArrowheads="1" noChangeShapeType="1"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974201" y="5850368"/>
                  <a:ext cx="2661761" cy="4731288"/>
                </a:xfrm>
                <a:prstGeom prst="rect">
                  <a:avLst/>
                </a:prstGeom>
                <a:ln w="3175">
                  <a:solidFill>
                    <a:prstClr val="ltGray"/>
                  </a:solidFill>
                </a:ln>
              </p:spPr>
            </p:pic>
            <p:pic>
              <p:nvPicPr>
                <p:cNvPr id="8" name="Imagem 8">
                  <a:hlinkClick r:id="rId10" action="ppaction://hlinksldjump"/>
                </p:cNvPr>
                <p:cNvPicPr>
                  <a:picLocks noSelect="1" noRot="1" noChangeAspect="1" noMove="1" noResize="1" noEditPoints="1" noAdjustHandles="1" noChangeArrowheads="1" noChangeShapeType="1"/>
                </p:cNvPicPr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3813413" y="5850368"/>
                  <a:ext cx="2661761" cy="4731288"/>
                </a:xfrm>
                <a:prstGeom prst="rect">
                  <a:avLst/>
                </a:prstGeom>
                <a:ln w="3175">
                  <a:solidFill>
                    <a:prstClr val="ltGray"/>
                  </a:solidFill>
                </a:ln>
              </p:spPr>
            </p:pic>
            <p:pic>
              <p:nvPicPr>
                <p:cNvPr id="9" name="Imagem 9">
                  <a:hlinkClick r:id="rId11" action="ppaction://hlinksldjump"/>
                </p:cNvPr>
                <p:cNvPicPr>
                  <a:picLocks noSelect="1" noRot="1" noChangeAspect="1" noMove="1" noResize="1" noEditPoints="1" noAdjustHandles="1" noChangeArrowheads="1" noChangeShapeType="1"/>
                </p:cNvPicPr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6652625" y="5850368"/>
                  <a:ext cx="2661761" cy="4731288"/>
                </a:xfrm>
                <a:prstGeom prst="rect">
                  <a:avLst/>
                </a:prstGeom>
                <a:ln w="3175">
                  <a:solidFill>
                    <a:prstClr val="ltGray"/>
                  </a:solidFill>
                </a:ln>
              </p:spPr>
            </p:pic>
            <p:pic>
              <p:nvPicPr>
                <p:cNvPr id="10" name="Imagem 10">
                  <a:hlinkClick r:id="rId12" action="ppaction://hlinksldjump"/>
                </p:cNvPr>
                <p:cNvPicPr>
                  <a:picLocks noSelect="1" noRot="1" noChangeAspect="1" noMove="1" noResize="1" noEditPoints="1" noAdjustHandles="1" noChangeArrowheads="1" noChangeShapeType="1"/>
                </p:cNvPicPr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974201" y="10759107"/>
                  <a:ext cx="2661761" cy="4731288"/>
                </a:xfrm>
                <a:prstGeom prst="rect">
                  <a:avLst/>
                </a:prstGeom>
                <a:ln w="3175">
                  <a:solidFill>
                    <a:prstClr val="ltGray"/>
                  </a:solidFill>
                </a:ln>
              </p:spPr>
            </p:pic>
            <p:pic>
              <p:nvPicPr>
                <p:cNvPr id="11" name="Imagem 11">
                  <a:hlinkClick r:id="rId13" action="ppaction://hlinksldjump"/>
                </p:cNvPr>
                <p:cNvPicPr>
                  <a:picLocks noSelect="1" noRot="1" noChangeAspect="1" noMove="1" noResize="1" noEditPoints="1" noAdjustHandles="1" noChangeArrowheads="1" noChangeShapeType="1"/>
                </p:cNvPicPr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3813413" y="10759107"/>
                  <a:ext cx="2661761" cy="4731288"/>
                </a:xfrm>
                <a:prstGeom prst="rect">
                  <a:avLst/>
                </a:prstGeom>
                <a:ln w="3175">
                  <a:solidFill>
                    <a:prstClr val="ltGray"/>
                  </a:solidFill>
                </a:ln>
              </p:spPr>
            </p:pic>
            <p:pic>
              <p:nvPicPr>
                <p:cNvPr id="12" name="Imagem 12">
                  <a:hlinkClick r:id="rId14" action="ppaction://hlinksldjump"/>
                </p:cNvPr>
                <p:cNvPicPr>
                  <a:picLocks noSelect="1" noRot="1" noChangeAspect="1" noMove="1" noResize="1" noEditPoints="1" noAdjustHandles="1" noChangeArrowheads="1" noChangeShapeType="1"/>
                </p:cNvPicPr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6652625" y="10759107"/>
                  <a:ext cx="2661761" cy="4731288"/>
                </a:xfrm>
                <a:prstGeom prst="rect">
                  <a:avLst/>
                </a:prstGeom>
                <a:ln w="3175">
                  <a:solidFill>
                    <a:prstClr val="ltGray"/>
                  </a:solidFill>
                </a:ln>
              </p:spPr>
            </p:pic>
          </p:grpSp>
        </mc:Fallback>
      </mc:AlternateContent>
    </p:spTree>
    <p:extLst>
      <p:ext uri="{BB962C8B-B14F-4D97-AF65-F5344CB8AC3E}">
        <p14:creationId xmlns:p14="http://schemas.microsoft.com/office/powerpoint/2010/main" val="61228837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Tm="593">
        <p159:morph option="byObject"/>
      </p:transition>
    </mc:Choice>
    <mc:Fallback>
      <p:transition spd="slow" advTm="593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C8247808-9EAF-3A5B-A3C0-358C609F17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-3848532" y="3824477"/>
            <a:ext cx="18288000" cy="106390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EF2BBB9B-69B1-F1D4-3139-9238646C694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86934" y="494471"/>
            <a:ext cx="11814347" cy="11814347"/>
          </a:xfrm>
          <a:prstGeom prst="rect">
            <a:avLst/>
          </a:prstGeom>
        </p:spPr>
      </p:pic>
      <p:sp>
        <p:nvSpPr>
          <p:cNvPr id="7" name="Retângulo 6">
            <a:extLst>
              <a:ext uri="{FF2B5EF4-FFF2-40B4-BE49-F238E27FC236}">
                <a16:creationId xmlns:a16="http://schemas.microsoft.com/office/drawing/2014/main" id="{1055983E-88E8-9702-4001-5585CD1C2FAC}"/>
              </a:ext>
            </a:extLst>
          </p:cNvPr>
          <p:cNvSpPr/>
          <p:nvPr/>
        </p:nvSpPr>
        <p:spPr>
          <a:xfrm>
            <a:off x="1182155" y="12308818"/>
            <a:ext cx="7924285" cy="156966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pt-BR" sz="9600" b="1" cap="none" spc="0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  <a:latin typeface="American Captain" pitchFamily="50" charset="0"/>
              </a:rPr>
              <a:t>CARTÃO DE VISITAS</a:t>
            </a:r>
          </a:p>
        </p:txBody>
      </p:sp>
    </p:spTree>
    <p:extLst>
      <p:ext uri="{BB962C8B-B14F-4D97-AF65-F5344CB8AC3E}">
        <p14:creationId xmlns:p14="http://schemas.microsoft.com/office/powerpoint/2010/main" val="23697609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Tm="1199">
        <p159:morph option="byObject"/>
      </p:transition>
    </mc:Choice>
    <mc:Fallback>
      <p:transition spd="slow" advTm="1199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C8247808-9EAF-3A5B-A3C0-358C609F17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-3689506" y="3665451"/>
            <a:ext cx="18288000" cy="109570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tângulo 6">
            <a:extLst>
              <a:ext uri="{FF2B5EF4-FFF2-40B4-BE49-F238E27FC236}">
                <a16:creationId xmlns:a16="http://schemas.microsoft.com/office/drawing/2014/main" id="{1055983E-88E8-9702-4001-5585CD1C2FAC}"/>
              </a:ext>
            </a:extLst>
          </p:cNvPr>
          <p:cNvSpPr/>
          <p:nvPr/>
        </p:nvSpPr>
        <p:spPr>
          <a:xfrm>
            <a:off x="1279080" y="12308818"/>
            <a:ext cx="7730450" cy="156966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pt-BR" sz="9600" b="1" dirty="0" err="1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  <a:latin typeface="American Captain" pitchFamily="50" charset="0"/>
              </a:rPr>
              <a:t>Criacao</a:t>
            </a:r>
            <a:r>
              <a:rPr lang="pt-BR" sz="96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  <a:latin typeface="American Captain" pitchFamily="50" charset="0"/>
              </a:rPr>
              <a:t> de logos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3CBB1D38-B826-FCA5-1C80-3DE254279A0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4054" y="1283822"/>
            <a:ext cx="9866278" cy="98662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621838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Tm="1348">
        <p159:morph option="byObject"/>
      </p:transition>
    </mc:Choice>
    <mc:Fallback>
      <p:transition spd="slow" advTm="1348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C8247808-9EAF-3A5B-A3C0-358C609F17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-3808775" y="3784721"/>
            <a:ext cx="18288000" cy="107185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tângulo 6">
            <a:extLst>
              <a:ext uri="{FF2B5EF4-FFF2-40B4-BE49-F238E27FC236}">
                <a16:creationId xmlns:a16="http://schemas.microsoft.com/office/drawing/2014/main" id="{1055983E-88E8-9702-4001-5585CD1C2FAC}"/>
              </a:ext>
            </a:extLst>
          </p:cNvPr>
          <p:cNvSpPr/>
          <p:nvPr/>
        </p:nvSpPr>
        <p:spPr>
          <a:xfrm>
            <a:off x="1464392" y="12308818"/>
            <a:ext cx="7359835" cy="3046988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pt-BR" sz="9600" b="1" dirty="0" err="1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  <a:latin typeface="American Captain" pitchFamily="50" charset="0"/>
              </a:rPr>
              <a:t>Personalizacao</a:t>
            </a:r>
            <a:endParaRPr lang="pt-BR" sz="9600" b="1" dirty="0">
              <a:ln w="13462">
                <a:solidFill>
                  <a:schemeClr val="bg1"/>
                </a:solidFill>
                <a:prstDash val="solid"/>
              </a:ln>
              <a:solidFill>
                <a:schemeClr val="tx1">
                  <a:lumMod val="85000"/>
                  <a:lumOff val="15000"/>
                </a:schemeClr>
              </a:solidFill>
              <a:effectLst>
                <a:outerShdw dist="38100" dir="2700000" algn="bl" rotWithShape="0">
                  <a:schemeClr val="accent5"/>
                </a:outerShdw>
              </a:effectLst>
              <a:latin typeface="American Captain" pitchFamily="50" charset="0"/>
            </a:endParaRPr>
          </a:p>
          <a:p>
            <a:pPr algn="ctr"/>
            <a:r>
              <a:rPr lang="pt-BR" sz="96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  <a:latin typeface="American Captain" pitchFamily="50" charset="0"/>
              </a:rPr>
              <a:t>De camisetas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FE5D2E73-BB19-D60D-E93A-53377C78482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054" y="-376303"/>
            <a:ext cx="10343356" cy="137728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848688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Tm="1370">
        <p159:morph option="byObject"/>
      </p:transition>
    </mc:Choice>
    <mc:Fallback>
      <p:transition spd="slow" advTm="1370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C8247808-9EAF-3A5B-A3C0-358C609F17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-3749140" y="3725086"/>
            <a:ext cx="18288000" cy="108378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tângulo 6">
            <a:extLst>
              <a:ext uri="{FF2B5EF4-FFF2-40B4-BE49-F238E27FC236}">
                <a16:creationId xmlns:a16="http://schemas.microsoft.com/office/drawing/2014/main" id="{1055983E-88E8-9702-4001-5585CD1C2FAC}"/>
              </a:ext>
            </a:extLst>
          </p:cNvPr>
          <p:cNvSpPr/>
          <p:nvPr/>
        </p:nvSpPr>
        <p:spPr>
          <a:xfrm>
            <a:off x="690628" y="12308818"/>
            <a:ext cx="8907374" cy="452431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pt-BR" sz="96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  <a:latin typeface="American Captain" pitchFamily="50" charset="0"/>
              </a:rPr>
              <a:t>Folders e banners</a:t>
            </a:r>
          </a:p>
          <a:p>
            <a:pPr algn="ctr"/>
            <a:r>
              <a:rPr lang="pt-BR" sz="96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  <a:latin typeface="American Captain" pitchFamily="50" charset="0"/>
              </a:rPr>
              <a:t>Com seus produtos </a:t>
            </a:r>
          </a:p>
          <a:p>
            <a:pPr algn="ctr"/>
            <a:r>
              <a:rPr lang="pt-BR" sz="96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  <a:latin typeface="American Captain" pitchFamily="50" charset="0"/>
              </a:rPr>
              <a:t>Ou </a:t>
            </a:r>
            <a:r>
              <a:rPr lang="pt-BR" sz="9600" b="1" dirty="0" err="1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  <a:latin typeface="American Captain" pitchFamily="50" charset="0"/>
              </a:rPr>
              <a:t>servicos</a:t>
            </a:r>
            <a:r>
              <a:rPr lang="pt-BR" sz="96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  <a:latin typeface="American Captain" pitchFamily="50" charset="0"/>
              </a:rPr>
              <a:t>.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06EBD85A-0462-05A2-7E3C-FFD6F4072FD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701334" y="1423614"/>
            <a:ext cx="13643147" cy="90954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968531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Tm="1298">
        <p159:morph option="byObject"/>
      </p:transition>
    </mc:Choice>
    <mc:Fallback>
      <p:transition spd="slow" advTm="1298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C8247808-9EAF-3A5B-A3C0-358C609F17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-3769019" y="3744964"/>
            <a:ext cx="18288000" cy="107980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tângulo 6">
            <a:extLst>
              <a:ext uri="{FF2B5EF4-FFF2-40B4-BE49-F238E27FC236}">
                <a16:creationId xmlns:a16="http://schemas.microsoft.com/office/drawing/2014/main" id="{1055983E-88E8-9702-4001-5585CD1C2FAC}"/>
              </a:ext>
            </a:extLst>
          </p:cNvPr>
          <p:cNvSpPr/>
          <p:nvPr/>
        </p:nvSpPr>
        <p:spPr>
          <a:xfrm>
            <a:off x="1704403" y="12308818"/>
            <a:ext cx="6879832" cy="3046988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pt-BR" sz="9600" b="1" dirty="0" err="1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  <a:latin typeface="American Captain" pitchFamily="50" charset="0"/>
              </a:rPr>
              <a:t>Manutencao</a:t>
            </a:r>
            <a:r>
              <a:rPr lang="pt-BR" sz="96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  <a:latin typeface="American Captain" pitchFamily="50" charset="0"/>
              </a:rPr>
              <a:t> de</a:t>
            </a:r>
          </a:p>
          <a:p>
            <a:pPr algn="ctr"/>
            <a:r>
              <a:rPr lang="pt-BR" sz="96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  <a:latin typeface="American Captain" pitchFamily="50" charset="0"/>
              </a:rPr>
              <a:t>computadores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176D6EFF-B419-41D4-3F36-14ED2A7D043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67058" y="1732239"/>
            <a:ext cx="10065060" cy="94047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841972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Tm="1368">
        <p159:morph option="byObject"/>
      </p:transition>
    </mc:Choice>
    <mc:Fallback>
      <p:transition spd="slow" advTm="1368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C8247808-9EAF-3A5B-A3C0-358C609F17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-3769019" y="3744964"/>
            <a:ext cx="18288000" cy="107980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FD790CC0-1682-F9E3-FF24-A42C5C2323A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1714" y="2561889"/>
            <a:ext cx="8676077" cy="4179252"/>
          </a:xfrm>
          <a:prstGeom prst="rect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0CD96F95-54F1-14BA-AA3E-64F0BB9715A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3659" y="8216670"/>
            <a:ext cx="1801973" cy="1801973"/>
          </a:xfrm>
          <a:prstGeom prst="rect">
            <a:avLst/>
          </a:prstGeom>
        </p:spPr>
      </p:pic>
      <p:pic>
        <p:nvPicPr>
          <p:cNvPr id="12" name="Imagem 11">
            <a:extLst>
              <a:ext uri="{FF2B5EF4-FFF2-40B4-BE49-F238E27FC236}">
                <a16:creationId xmlns:a16="http://schemas.microsoft.com/office/drawing/2014/main" id="{D7A23029-7581-5EDD-2217-130557F6DC6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3659" y="10593185"/>
            <a:ext cx="1801973" cy="1801973"/>
          </a:xfrm>
          <a:prstGeom prst="rect">
            <a:avLst/>
          </a:prstGeom>
        </p:spPr>
      </p:pic>
      <p:sp>
        <p:nvSpPr>
          <p:cNvPr id="13" name="Retângulo 12">
            <a:extLst>
              <a:ext uri="{FF2B5EF4-FFF2-40B4-BE49-F238E27FC236}">
                <a16:creationId xmlns:a16="http://schemas.microsoft.com/office/drawing/2014/main" id="{E25F095D-0F98-FA78-2409-5D53B57C1C7C}"/>
              </a:ext>
            </a:extLst>
          </p:cNvPr>
          <p:cNvSpPr/>
          <p:nvPr/>
        </p:nvSpPr>
        <p:spPr>
          <a:xfrm>
            <a:off x="2663687" y="8487232"/>
            <a:ext cx="6649577" cy="120032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pt-BR" sz="72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51 99815-9402</a:t>
            </a: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403EA588-3F51-07A1-FC88-F97113391C1A}"/>
              </a:ext>
            </a:extLst>
          </p:cNvPr>
          <p:cNvSpPr/>
          <p:nvPr/>
        </p:nvSpPr>
        <p:spPr>
          <a:xfrm>
            <a:off x="2271755" y="10798749"/>
            <a:ext cx="7433445" cy="120032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pt-BR" sz="72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Luciano.leal2009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D8156A69-80BE-AB3B-994B-30D071D299E2}"/>
              </a:ext>
            </a:extLst>
          </p:cNvPr>
          <p:cNvSpPr/>
          <p:nvPr/>
        </p:nvSpPr>
        <p:spPr>
          <a:xfrm>
            <a:off x="454101" y="12688800"/>
            <a:ext cx="9958175" cy="156966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pt-BR" sz="96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Carbon Bl" panose="02000506060000020004" pitchFamily="2" charset="0"/>
                <a:ea typeface="Ebrima" panose="02000000000000000000" pitchFamily="2" charset="0"/>
                <a:cs typeface="Ebrima" panose="02000000000000000000" pitchFamily="2" charset="0"/>
              </a:rPr>
              <a:t>Conte com a Gente!</a:t>
            </a:r>
          </a:p>
        </p:txBody>
      </p:sp>
    </p:spTree>
    <p:extLst>
      <p:ext uri="{BB962C8B-B14F-4D97-AF65-F5344CB8AC3E}">
        <p14:creationId xmlns:p14="http://schemas.microsoft.com/office/powerpoint/2010/main" val="380162406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1052"/>
    </mc:Choice>
    <mc:Fallback>
      <p:transition advTm="1052"/>
    </mc:Fallback>
  </mc:AlternateContent>
</p:sld>
</file>

<file path=ppt/theme/theme1.xml><?xml version="1.0" encoding="utf-8"?>
<a:theme xmlns:a="http://schemas.openxmlformats.org/drawingml/2006/main" name="Tema do Office">
  <a:themeElements>
    <a:clrScheme name="Tema do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o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112</TotalTime>
  <Words>38</Words>
  <Application>Microsoft Office PowerPoint</Application>
  <PresentationFormat>Personalizar</PresentationFormat>
  <Paragraphs>13</Paragraphs>
  <Slides>7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15" baseType="lpstr">
      <vt:lpstr>American Captain</vt:lpstr>
      <vt:lpstr>Arial</vt:lpstr>
      <vt:lpstr>Bebas Neue</vt:lpstr>
      <vt:lpstr>Calibri</vt:lpstr>
      <vt:lpstr>Calibri Light</vt:lpstr>
      <vt:lpstr>Carbon Bl</vt:lpstr>
      <vt:lpstr>Ebrima</vt:lpstr>
      <vt:lpstr>Tema do Office</vt:lpstr>
      <vt:lpstr>SUA EMPRESA OU NEGÓCIO NECESSITA: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Luciano Leal</dc:creator>
  <cp:lastModifiedBy>Luciano Leal</cp:lastModifiedBy>
  <cp:revision>2</cp:revision>
  <dcterms:created xsi:type="dcterms:W3CDTF">2024-09-14T23:53:16Z</dcterms:created>
  <dcterms:modified xsi:type="dcterms:W3CDTF">2024-09-15T01:45:24Z</dcterms:modified>
</cp:coreProperties>
</file>