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9" r:id="rId2"/>
    <p:sldId id="260" r:id="rId3"/>
    <p:sldId id="261" r:id="rId4"/>
    <p:sldId id="262" r:id="rId5"/>
    <p:sldId id="264" r:id="rId6"/>
    <p:sldId id="263" r:id="rId7"/>
    <p:sldId id="265" r:id="rId8"/>
  </p:sldIdLst>
  <p:sldSz cx="1028858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 autoAdjust="0"/>
  </p:normalViewPr>
  <p:slideViewPr>
    <p:cSldViewPr snapToGrid="0">
      <p:cViewPr varScale="1">
        <p:scale>
          <a:sx n="23" d="100"/>
          <a:sy n="23" d="100"/>
        </p:scale>
        <p:origin x="195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D418C-9788-46EA-A1E5-883A0B78896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68E57-BBD7-4D26-9537-3A9B59FF21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833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644" y="2992968"/>
            <a:ext cx="8745300" cy="6366933"/>
          </a:xfrm>
        </p:spPr>
        <p:txBody>
          <a:bodyPr anchor="b"/>
          <a:lstStyle>
            <a:lvl1pPr algn="ctr"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074" y="9605435"/>
            <a:ext cx="7716441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441" indent="0" algn="ctr">
              <a:buNone/>
              <a:defRPr sz="2250"/>
            </a:lvl2pPr>
            <a:lvl3pPr marL="1028883" indent="0" algn="ctr">
              <a:buNone/>
              <a:defRPr sz="2025"/>
            </a:lvl3pPr>
            <a:lvl4pPr marL="1543324" indent="0" algn="ctr">
              <a:buNone/>
              <a:defRPr sz="1800"/>
            </a:lvl4pPr>
            <a:lvl5pPr marL="2057766" indent="0" algn="ctr">
              <a:buNone/>
              <a:defRPr sz="1800"/>
            </a:lvl5pPr>
            <a:lvl6pPr marL="2572207" indent="0" algn="ctr">
              <a:buNone/>
              <a:defRPr sz="1800"/>
            </a:lvl6pPr>
            <a:lvl7pPr marL="3086649" indent="0" algn="ctr">
              <a:buNone/>
              <a:defRPr sz="1800"/>
            </a:lvl7pPr>
            <a:lvl8pPr marL="3601090" indent="0" algn="ctr">
              <a:buNone/>
              <a:defRPr sz="1800"/>
            </a:lvl8pPr>
            <a:lvl9pPr marL="4115532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36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35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82" y="4559305"/>
            <a:ext cx="8873907" cy="7607299"/>
          </a:xfrm>
        </p:spPr>
        <p:txBody>
          <a:bodyPr anchor="b"/>
          <a:lstStyle>
            <a:lvl1pPr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982" y="12238572"/>
            <a:ext cx="8873907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441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883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3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7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2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64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109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55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13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340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598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79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973671"/>
            <a:ext cx="8873907" cy="353483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682" y="4483101"/>
            <a:ext cx="4352554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82" y="6680200"/>
            <a:ext cx="4352554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598" y="4483101"/>
            <a:ext cx="437399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598" y="6680200"/>
            <a:ext cx="4373990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57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09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16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990" y="2633138"/>
            <a:ext cx="5208598" cy="12996333"/>
          </a:xfrm>
        </p:spPr>
        <p:txBody>
          <a:bodyPr/>
          <a:lstStyle>
            <a:lvl1pPr>
              <a:defRPr sz="3601"/>
            </a:lvl1pPr>
            <a:lvl2pPr>
              <a:defRPr sz="3151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17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990" y="2633138"/>
            <a:ext cx="5208598" cy="12996333"/>
          </a:xfrm>
        </p:spPr>
        <p:txBody>
          <a:bodyPr anchor="t"/>
          <a:lstStyle>
            <a:lvl1pPr marL="0" indent="0">
              <a:buNone/>
              <a:defRPr sz="3601"/>
            </a:lvl1pPr>
            <a:lvl2pPr marL="514441" indent="0">
              <a:buNone/>
              <a:defRPr sz="3151"/>
            </a:lvl2pPr>
            <a:lvl3pPr marL="1028883" indent="0">
              <a:buNone/>
              <a:defRPr sz="2700"/>
            </a:lvl3pPr>
            <a:lvl4pPr marL="1543324" indent="0">
              <a:buNone/>
              <a:defRPr sz="2250"/>
            </a:lvl4pPr>
            <a:lvl5pPr marL="2057766" indent="0">
              <a:buNone/>
              <a:defRPr sz="2250"/>
            </a:lvl5pPr>
            <a:lvl6pPr marL="2572207" indent="0">
              <a:buNone/>
              <a:defRPr sz="2250"/>
            </a:lvl6pPr>
            <a:lvl7pPr marL="3086649" indent="0">
              <a:buNone/>
              <a:defRPr sz="2250"/>
            </a:lvl7pPr>
            <a:lvl8pPr marL="3601090" indent="0">
              <a:buNone/>
              <a:defRPr sz="2250"/>
            </a:lvl8pPr>
            <a:lvl9pPr marL="4115532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50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96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2771" y="973667"/>
            <a:ext cx="2218477" cy="154982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341" y="973667"/>
            <a:ext cx="6526823" cy="1549823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44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341" y="973671"/>
            <a:ext cx="8873907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41" y="4868333"/>
            <a:ext cx="8873907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341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95" y="16950271"/>
            <a:ext cx="347239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6315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38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883" rtl="0" eaLnBrk="1" latinLnBrk="0" hangingPunct="1">
        <a:lnSpc>
          <a:spcPct val="90000"/>
        </a:lnSpc>
        <a:spcBef>
          <a:spcPct val="0"/>
        </a:spcBef>
        <a:buNone/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21" indent="-257221" algn="l" defTabSz="1028883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1" kern="1200">
          <a:solidFill>
            <a:schemeClr val="tx1"/>
          </a:solidFill>
          <a:latin typeface="+mn-lt"/>
          <a:ea typeface="+mn-ea"/>
          <a:cs typeface="+mn-cs"/>
        </a:defRPr>
      </a:lvl1pPr>
      <a:lvl2pPr marL="77166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6104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545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986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9428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869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8311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75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441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883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324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766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2207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649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109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5532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Uma imagem contendo xícara, café, caneca, mesa&#10;&#10;O conteúdo gerado por IA pode estar incorreto.">
            <a:extLst>
              <a:ext uri="{FF2B5EF4-FFF2-40B4-BE49-F238E27FC236}">
                <a16:creationId xmlns:a16="http://schemas.microsoft.com/office/drawing/2014/main" id="{E93B8584-C868-C72F-84AC-7B5856792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23"/>
            <a:ext cx="10288588" cy="18290823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8A395009-C680-A842-E50C-D6836725476A}"/>
              </a:ext>
            </a:extLst>
          </p:cNvPr>
          <p:cNvSpPr/>
          <p:nvPr/>
        </p:nvSpPr>
        <p:spPr>
          <a:xfrm>
            <a:off x="2617096" y="10224655"/>
            <a:ext cx="5054395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Logo da </a:t>
            </a:r>
          </a:p>
          <a:p>
            <a:pPr algn="ctr"/>
            <a:r>
              <a:rPr lang="pt-BR" sz="8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Empresa</a:t>
            </a:r>
          </a:p>
        </p:txBody>
      </p:sp>
      <p:pic>
        <p:nvPicPr>
          <p:cNvPr id="21" name="Imagem 20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789CC0B4-CD18-A7C0-D003-CBA9DDA59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63" y="11625038"/>
            <a:ext cx="7324725" cy="76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9578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761"/>
    </mc:Choice>
    <mc:Fallback>
      <p:transition advTm="27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xícara, café, caneca, mesa&#10;&#10;O conteúdo gerado por IA pode estar incorreto.">
            <a:extLst>
              <a:ext uri="{FF2B5EF4-FFF2-40B4-BE49-F238E27FC236}">
                <a16:creationId xmlns:a16="http://schemas.microsoft.com/office/drawing/2014/main" id="{E7C43A9B-D037-C540-80E2-054A718B4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23"/>
            <a:ext cx="10288588" cy="1829082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2009B93-57FC-6781-854C-99F3DF72E27D}"/>
              </a:ext>
            </a:extLst>
          </p:cNvPr>
          <p:cNvSpPr/>
          <p:nvPr/>
        </p:nvSpPr>
        <p:spPr>
          <a:xfrm>
            <a:off x="2617096" y="9684324"/>
            <a:ext cx="5054395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Fotos </a:t>
            </a:r>
          </a:p>
          <a:p>
            <a:pPr algn="ctr"/>
            <a:r>
              <a:rPr lang="pt-BR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E mensagens</a:t>
            </a:r>
            <a:endParaRPr lang="pt-BR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estoom" pitchFamily="2" charset="0"/>
            </a:endParaRPr>
          </a:p>
        </p:txBody>
      </p:sp>
      <p:pic>
        <p:nvPicPr>
          <p:cNvPr id="6" name="Imagem 5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3DE369E5-5E30-B2E3-0AC4-650ADE9DC8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63" y="11625038"/>
            <a:ext cx="7324725" cy="76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24428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361"/>
    </mc:Choice>
    <mc:Fallback>
      <p:transition advTm="23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3B333-BDF0-BB58-338C-F49387E22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484FF5-3C67-48CE-15CC-B2CC36FFE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 descr="Uma imagem contendo xícara, café, caneca, mesa&#10;&#10;O conteúdo gerado por IA pode estar incorreto.">
            <a:extLst>
              <a:ext uri="{FF2B5EF4-FFF2-40B4-BE49-F238E27FC236}">
                <a16:creationId xmlns:a16="http://schemas.microsoft.com/office/drawing/2014/main" id="{641C2B00-5B38-DAFF-36E7-3D3876199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23"/>
            <a:ext cx="10288588" cy="1829082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1B50E26-E5C8-5978-C8DA-2B3BEBBEA93E}"/>
              </a:ext>
            </a:extLst>
          </p:cNvPr>
          <p:cNvSpPr/>
          <p:nvPr/>
        </p:nvSpPr>
        <p:spPr>
          <a:xfrm>
            <a:off x="2617096" y="9434945"/>
            <a:ext cx="5054395" cy="37240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Caneca </a:t>
            </a:r>
            <a:r>
              <a:rPr lang="pt-BR" sz="8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Gamer</a:t>
            </a:r>
          </a:p>
          <a:p>
            <a:pPr algn="ctr"/>
            <a:r>
              <a:rPr lang="pt-BR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Jogo preferido</a:t>
            </a:r>
          </a:p>
        </p:txBody>
      </p:sp>
      <p:pic>
        <p:nvPicPr>
          <p:cNvPr id="6" name="Imagem 5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83B08BAE-3F61-DA4A-5A63-1F45C5BE9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63" y="11625038"/>
            <a:ext cx="7324725" cy="76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0229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435"/>
    </mc:Choice>
    <mc:Fallback>
      <p:transition advTm="24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6D579-3172-822F-B258-40B2E34B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A6F243-32D9-0C03-1178-EBD254CAD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 descr="Uma imagem contendo xícara, café, caneca, mesa&#10;&#10;O conteúdo gerado por IA pode estar incorreto.">
            <a:extLst>
              <a:ext uri="{FF2B5EF4-FFF2-40B4-BE49-F238E27FC236}">
                <a16:creationId xmlns:a16="http://schemas.microsoft.com/office/drawing/2014/main" id="{C3A7321D-B169-2D8F-09F2-9B862DDCDA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23"/>
            <a:ext cx="10288588" cy="1829082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471FBDD-FB0F-E4D5-3A28-5D668EA81684}"/>
              </a:ext>
            </a:extLst>
          </p:cNvPr>
          <p:cNvSpPr/>
          <p:nvPr/>
        </p:nvSpPr>
        <p:spPr>
          <a:xfrm>
            <a:off x="2617096" y="10224655"/>
            <a:ext cx="5054395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Times de futebol</a:t>
            </a:r>
          </a:p>
        </p:txBody>
      </p:sp>
      <p:pic>
        <p:nvPicPr>
          <p:cNvPr id="6" name="Imagem 5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42D11B8C-5F17-3DC2-F5B5-956E45BB4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63" y="11625038"/>
            <a:ext cx="7324725" cy="76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8644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325"/>
    </mc:Choice>
    <mc:Fallback>
      <p:transition advTm="23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C7B55-24BF-F8A7-E3BC-90D78CA4F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DAC477-082E-4C72-92E5-4B0727F64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 descr="Uma imagem contendo xícara, café, caneca, mesa&#10;&#10;O conteúdo gerado por IA pode estar incorreto.">
            <a:extLst>
              <a:ext uri="{FF2B5EF4-FFF2-40B4-BE49-F238E27FC236}">
                <a16:creationId xmlns:a16="http://schemas.microsoft.com/office/drawing/2014/main" id="{B1AC3611-141F-F176-52AA-C6B26DFFE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23"/>
            <a:ext cx="10288588" cy="1829082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8A40B98-2811-0656-248D-4FD6B0FB5EEC}"/>
              </a:ext>
            </a:extLst>
          </p:cNvPr>
          <p:cNvSpPr/>
          <p:nvPr/>
        </p:nvSpPr>
        <p:spPr>
          <a:xfrm>
            <a:off x="2617096" y="10224655"/>
            <a:ext cx="5054395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9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Datas especiais</a:t>
            </a:r>
          </a:p>
        </p:txBody>
      </p:sp>
      <p:pic>
        <p:nvPicPr>
          <p:cNvPr id="6" name="Imagem 5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11A33262-04EF-3C90-27F8-BE69694AA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63" y="11625038"/>
            <a:ext cx="7324725" cy="76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2302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443"/>
    </mc:Choice>
    <mc:Fallback>
      <p:transition advTm="2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A9ED9-05EB-D33C-F9FD-55F77A8B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C5E5DB-3FD3-837A-3BFD-45CDBFAA4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 descr="Uma imagem contendo xícara, café, caneca, mesa&#10;&#10;O conteúdo gerado por IA pode estar incorreto.">
            <a:extLst>
              <a:ext uri="{FF2B5EF4-FFF2-40B4-BE49-F238E27FC236}">
                <a16:creationId xmlns:a16="http://schemas.microsoft.com/office/drawing/2014/main" id="{63692652-0193-5BB3-5D9C-86B198417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23"/>
            <a:ext cx="10288588" cy="1829082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C5576FE-1A4F-B9ED-6475-DD370883B141}"/>
              </a:ext>
            </a:extLst>
          </p:cNvPr>
          <p:cNvSpPr/>
          <p:nvPr/>
        </p:nvSpPr>
        <p:spPr>
          <a:xfrm>
            <a:off x="2617096" y="10224655"/>
            <a:ext cx="5054395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A sua ideia</a:t>
            </a:r>
          </a:p>
          <a:p>
            <a:pPr algn="ctr"/>
            <a:r>
              <a:rPr lang="pt-BR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Estampada</a:t>
            </a:r>
          </a:p>
          <a:p>
            <a:pPr algn="ctr"/>
            <a:r>
              <a:rPr lang="pt-BR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stoom" pitchFamily="2" charset="0"/>
              </a:rPr>
              <a:t>Aqui !</a:t>
            </a:r>
          </a:p>
        </p:txBody>
      </p:sp>
      <p:pic>
        <p:nvPicPr>
          <p:cNvPr id="6" name="Imagem 5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3730B95C-076E-C1BC-F620-BA9F2A861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63" y="11625038"/>
            <a:ext cx="7324725" cy="76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3466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313"/>
    </mc:Choice>
    <mc:Fallback>
      <p:transition advTm="23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8778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3956">
        <p159:morph option="byObject"/>
      </p:transition>
    </mc:Choice>
    <mc:Fallback>
      <p:transition spd="slow" advTm="3956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.2"/>
</p:tagLst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328</TotalTime>
  <Words>21</Words>
  <Application>Microsoft Office PowerPoint</Application>
  <PresentationFormat>Personalizar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Bestoom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Leal</dc:creator>
  <cp:lastModifiedBy>Luciano Leal</cp:lastModifiedBy>
  <cp:revision>13</cp:revision>
  <dcterms:created xsi:type="dcterms:W3CDTF">2024-06-24T00:53:21Z</dcterms:created>
  <dcterms:modified xsi:type="dcterms:W3CDTF">2025-11-16T19:15:22Z</dcterms:modified>
</cp:coreProperties>
</file>