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</p:sldIdLst>
  <p:sldSz cx="10285413" cy="1828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60" userDrawn="1">
          <p15:clr>
            <a:srgbClr val="A4A3A4"/>
          </p15:clr>
        </p15:guide>
        <p15:guide id="2" pos="32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74" autoAdjust="0"/>
    <p:restoredTop sz="94660"/>
  </p:normalViewPr>
  <p:slideViewPr>
    <p:cSldViewPr snapToGrid="0">
      <p:cViewPr varScale="1">
        <p:scale>
          <a:sx n="24" d="100"/>
          <a:sy n="24" d="100"/>
        </p:scale>
        <p:origin x="1992" y="60"/>
      </p:cViewPr>
      <p:guideLst>
        <p:guide orient="horz" pos="5760"/>
        <p:guide pos="32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1406" y="2992968"/>
            <a:ext cx="8742601" cy="6366933"/>
          </a:xfrm>
        </p:spPr>
        <p:txBody>
          <a:bodyPr anchor="b"/>
          <a:lstStyle>
            <a:lvl1pPr algn="ctr">
              <a:defRPr sz="674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5677" y="9605435"/>
            <a:ext cx="7714060" cy="4415365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259" indent="0" algn="ctr">
              <a:buNone/>
              <a:defRPr sz="2250"/>
            </a:lvl2pPr>
            <a:lvl3pPr marL="1028517" indent="0" algn="ctr">
              <a:buNone/>
              <a:defRPr sz="2025"/>
            </a:lvl3pPr>
            <a:lvl4pPr marL="1542776" indent="0" algn="ctr">
              <a:buNone/>
              <a:defRPr sz="1800"/>
            </a:lvl4pPr>
            <a:lvl5pPr marL="2057034" indent="0" algn="ctr">
              <a:buNone/>
              <a:defRPr sz="1800"/>
            </a:lvl5pPr>
            <a:lvl6pPr marL="2571293" indent="0" algn="ctr">
              <a:buNone/>
              <a:defRPr sz="1800"/>
            </a:lvl6pPr>
            <a:lvl7pPr marL="3085551" indent="0" algn="ctr">
              <a:buNone/>
              <a:defRPr sz="1800"/>
            </a:lvl7pPr>
            <a:lvl8pPr marL="3599810" indent="0" algn="ctr">
              <a:buNone/>
              <a:defRPr sz="1800"/>
            </a:lvl8pPr>
            <a:lvl9pPr marL="4114068" indent="0" algn="ctr">
              <a:buNone/>
              <a:defRPr sz="18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533E-6EF4-4C98-B0DC-0B0CE676B32E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75BB-1DEE-42FD-B06D-10F3F9D21C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184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533E-6EF4-4C98-B0DC-0B0CE676B32E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75BB-1DEE-42FD-B06D-10F3F9D21C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713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766" y="4559305"/>
            <a:ext cx="8871169" cy="7607299"/>
          </a:xfrm>
        </p:spPr>
        <p:txBody>
          <a:bodyPr anchor="b"/>
          <a:lstStyle>
            <a:lvl1pPr>
              <a:defRPr sz="674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1766" y="12238572"/>
            <a:ext cx="8871169" cy="4000499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/>
                </a:solidFill>
              </a:defRPr>
            </a:lvl1pPr>
            <a:lvl2pPr marL="514259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2pPr>
            <a:lvl3pPr marL="1028517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3pPr>
            <a:lvl4pPr marL="154277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29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555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59981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06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533E-6EF4-4C98-B0DC-0B0CE676B32E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75BB-1DEE-42FD-B06D-10F3F9D21C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1065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7122" y="4868333"/>
            <a:ext cx="4371301" cy="11603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6990" y="4868333"/>
            <a:ext cx="4371301" cy="11603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533E-6EF4-4C98-B0DC-0B0CE676B32E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75BB-1DEE-42FD-B06D-10F3F9D21C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0385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462" y="973671"/>
            <a:ext cx="8871169" cy="353483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8463" y="4483101"/>
            <a:ext cx="4351211" cy="219709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259" indent="0">
              <a:buNone/>
              <a:defRPr sz="2250" b="1"/>
            </a:lvl2pPr>
            <a:lvl3pPr marL="1028517" indent="0">
              <a:buNone/>
              <a:defRPr sz="2025" b="1"/>
            </a:lvl3pPr>
            <a:lvl4pPr marL="1542776" indent="0">
              <a:buNone/>
              <a:defRPr sz="1800" b="1"/>
            </a:lvl4pPr>
            <a:lvl5pPr marL="2057034" indent="0">
              <a:buNone/>
              <a:defRPr sz="1800" b="1"/>
            </a:lvl5pPr>
            <a:lvl6pPr marL="2571293" indent="0">
              <a:buNone/>
              <a:defRPr sz="1800" b="1"/>
            </a:lvl6pPr>
            <a:lvl7pPr marL="3085551" indent="0">
              <a:buNone/>
              <a:defRPr sz="1800" b="1"/>
            </a:lvl7pPr>
            <a:lvl8pPr marL="3599810" indent="0">
              <a:buNone/>
              <a:defRPr sz="1800" b="1"/>
            </a:lvl8pPr>
            <a:lvl9pPr marL="4114068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8463" y="6680200"/>
            <a:ext cx="4351211" cy="9825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6991" y="4483101"/>
            <a:ext cx="4372640" cy="219709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259" indent="0">
              <a:buNone/>
              <a:defRPr sz="2250" b="1"/>
            </a:lvl2pPr>
            <a:lvl3pPr marL="1028517" indent="0">
              <a:buNone/>
              <a:defRPr sz="2025" b="1"/>
            </a:lvl3pPr>
            <a:lvl4pPr marL="1542776" indent="0">
              <a:buNone/>
              <a:defRPr sz="1800" b="1"/>
            </a:lvl4pPr>
            <a:lvl5pPr marL="2057034" indent="0">
              <a:buNone/>
              <a:defRPr sz="1800" b="1"/>
            </a:lvl5pPr>
            <a:lvl6pPr marL="2571293" indent="0">
              <a:buNone/>
              <a:defRPr sz="1800" b="1"/>
            </a:lvl6pPr>
            <a:lvl7pPr marL="3085551" indent="0">
              <a:buNone/>
              <a:defRPr sz="1800" b="1"/>
            </a:lvl7pPr>
            <a:lvl8pPr marL="3599810" indent="0">
              <a:buNone/>
              <a:defRPr sz="1800" b="1"/>
            </a:lvl8pPr>
            <a:lvl9pPr marL="4114068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6991" y="6680200"/>
            <a:ext cx="4372640" cy="9825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533E-6EF4-4C98-B0DC-0B0CE676B32E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75BB-1DEE-42FD-B06D-10F3F9D21C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0833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533E-6EF4-4C98-B0DC-0B0CE676B32E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75BB-1DEE-42FD-B06D-10F3F9D21C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9472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533E-6EF4-4C98-B0DC-0B0CE676B32E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75BB-1DEE-42FD-B06D-10F3F9D21C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3795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462" y="1219200"/>
            <a:ext cx="3317313" cy="4267200"/>
          </a:xfrm>
        </p:spPr>
        <p:txBody>
          <a:bodyPr anchor="b"/>
          <a:lstStyle>
            <a:lvl1pPr>
              <a:defRPr sz="35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2640" y="2633138"/>
            <a:ext cx="5206990" cy="12996333"/>
          </a:xfrm>
        </p:spPr>
        <p:txBody>
          <a:bodyPr/>
          <a:lstStyle>
            <a:lvl1pPr>
              <a:defRPr sz="3599"/>
            </a:lvl1pPr>
            <a:lvl2pPr>
              <a:defRPr sz="3149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462" y="5486400"/>
            <a:ext cx="3317313" cy="10164235"/>
          </a:xfrm>
        </p:spPr>
        <p:txBody>
          <a:bodyPr/>
          <a:lstStyle>
            <a:lvl1pPr marL="0" indent="0">
              <a:buNone/>
              <a:defRPr sz="1800"/>
            </a:lvl1pPr>
            <a:lvl2pPr marL="514259" indent="0">
              <a:buNone/>
              <a:defRPr sz="1575"/>
            </a:lvl2pPr>
            <a:lvl3pPr marL="1028517" indent="0">
              <a:buNone/>
              <a:defRPr sz="1350"/>
            </a:lvl3pPr>
            <a:lvl4pPr marL="1542776" indent="0">
              <a:buNone/>
              <a:defRPr sz="1125"/>
            </a:lvl4pPr>
            <a:lvl5pPr marL="2057034" indent="0">
              <a:buNone/>
              <a:defRPr sz="1125"/>
            </a:lvl5pPr>
            <a:lvl6pPr marL="2571293" indent="0">
              <a:buNone/>
              <a:defRPr sz="1125"/>
            </a:lvl6pPr>
            <a:lvl7pPr marL="3085551" indent="0">
              <a:buNone/>
              <a:defRPr sz="1125"/>
            </a:lvl7pPr>
            <a:lvl8pPr marL="3599810" indent="0">
              <a:buNone/>
              <a:defRPr sz="1125"/>
            </a:lvl8pPr>
            <a:lvl9pPr marL="4114068" indent="0">
              <a:buNone/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533E-6EF4-4C98-B0DC-0B0CE676B32E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75BB-1DEE-42FD-B06D-10F3F9D21C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275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462" y="1219200"/>
            <a:ext cx="3317313" cy="4267200"/>
          </a:xfrm>
        </p:spPr>
        <p:txBody>
          <a:bodyPr anchor="b"/>
          <a:lstStyle>
            <a:lvl1pPr>
              <a:defRPr sz="35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72640" y="2633138"/>
            <a:ext cx="5206990" cy="12996333"/>
          </a:xfrm>
        </p:spPr>
        <p:txBody>
          <a:bodyPr anchor="t"/>
          <a:lstStyle>
            <a:lvl1pPr marL="0" indent="0">
              <a:buNone/>
              <a:defRPr sz="3599"/>
            </a:lvl1pPr>
            <a:lvl2pPr marL="514259" indent="0">
              <a:buNone/>
              <a:defRPr sz="3149"/>
            </a:lvl2pPr>
            <a:lvl3pPr marL="1028517" indent="0">
              <a:buNone/>
              <a:defRPr sz="2700"/>
            </a:lvl3pPr>
            <a:lvl4pPr marL="1542776" indent="0">
              <a:buNone/>
              <a:defRPr sz="2250"/>
            </a:lvl4pPr>
            <a:lvl5pPr marL="2057034" indent="0">
              <a:buNone/>
              <a:defRPr sz="2250"/>
            </a:lvl5pPr>
            <a:lvl6pPr marL="2571293" indent="0">
              <a:buNone/>
              <a:defRPr sz="2250"/>
            </a:lvl6pPr>
            <a:lvl7pPr marL="3085551" indent="0">
              <a:buNone/>
              <a:defRPr sz="2250"/>
            </a:lvl7pPr>
            <a:lvl8pPr marL="3599810" indent="0">
              <a:buNone/>
              <a:defRPr sz="2250"/>
            </a:lvl8pPr>
            <a:lvl9pPr marL="4114068" indent="0">
              <a:buNone/>
              <a:defRPr sz="225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462" y="5486400"/>
            <a:ext cx="3317313" cy="10164235"/>
          </a:xfrm>
        </p:spPr>
        <p:txBody>
          <a:bodyPr/>
          <a:lstStyle>
            <a:lvl1pPr marL="0" indent="0">
              <a:buNone/>
              <a:defRPr sz="1800"/>
            </a:lvl1pPr>
            <a:lvl2pPr marL="514259" indent="0">
              <a:buNone/>
              <a:defRPr sz="1575"/>
            </a:lvl2pPr>
            <a:lvl3pPr marL="1028517" indent="0">
              <a:buNone/>
              <a:defRPr sz="1350"/>
            </a:lvl3pPr>
            <a:lvl4pPr marL="1542776" indent="0">
              <a:buNone/>
              <a:defRPr sz="1125"/>
            </a:lvl4pPr>
            <a:lvl5pPr marL="2057034" indent="0">
              <a:buNone/>
              <a:defRPr sz="1125"/>
            </a:lvl5pPr>
            <a:lvl6pPr marL="2571293" indent="0">
              <a:buNone/>
              <a:defRPr sz="1125"/>
            </a:lvl6pPr>
            <a:lvl7pPr marL="3085551" indent="0">
              <a:buNone/>
              <a:defRPr sz="1125"/>
            </a:lvl7pPr>
            <a:lvl8pPr marL="3599810" indent="0">
              <a:buNone/>
              <a:defRPr sz="1125"/>
            </a:lvl8pPr>
            <a:lvl9pPr marL="4114068" indent="0">
              <a:buNone/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533E-6EF4-4C98-B0DC-0B0CE676B32E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75BB-1DEE-42FD-B06D-10F3F9D21C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4970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533E-6EF4-4C98-B0DC-0B0CE676B32E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75BB-1DEE-42FD-B06D-10F3F9D21C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13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0499" y="973667"/>
            <a:ext cx="2217792" cy="1549823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7123" y="973667"/>
            <a:ext cx="6524809" cy="1549823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533E-6EF4-4C98-B0DC-0B0CE676B32E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75BB-1DEE-42FD-B06D-10F3F9D21C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067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7122" y="973671"/>
            <a:ext cx="8871169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22" y="4868333"/>
            <a:ext cx="8871169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7122" y="16950271"/>
            <a:ext cx="2314218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9533E-6EF4-4C98-B0DC-0B0CE676B32E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07043" y="16950271"/>
            <a:ext cx="3471327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64073" y="16950271"/>
            <a:ext cx="2314218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2175BB-1DEE-42FD-B06D-10F3F9D21C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074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28517" rtl="0" eaLnBrk="1" latinLnBrk="0" hangingPunct="1">
        <a:lnSpc>
          <a:spcPct val="90000"/>
        </a:lnSpc>
        <a:spcBef>
          <a:spcPct val="0"/>
        </a:spcBef>
        <a:buNone/>
        <a:defRPr sz="49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29" indent="-257129" algn="l" defTabSz="1028517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3149" kern="1200">
          <a:solidFill>
            <a:schemeClr val="tx1"/>
          </a:solidFill>
          <a:latin typeface="+mn-lt"/>
          <a:ea typeface="+mn-ea"/>
          <a:cs typeface="+mn-cs"/>
        </a:defRPr>
      </a:lvl1pPr>
      <a:lvl2pPr marL="771388" indent="-257129" algn="l" defTabSz="102851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646" indent="-257129" algn="l" defTabSz="102851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799905" indent="-257129" algn="l" defTabSz="102851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314164" indent="-257129" algn="l" defTabSz="102851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828422" indent="-257129" algn="l" defTabSz="102851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2681" indent="-257129" algn="l" defTabSz="102851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6939" indent="-257129" algn="l" defTabSz="102851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1198" indent="-257129" algn="l" defTabSz="102851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259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517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2776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034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1293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5551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599810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4068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audio" Target="../media/media1.mp3"/><Relationship Id="rId7" Type="http://schemas.openxmlformats.org/officeDocument/2006/relationships/image" Target="../media/image3.png"/><Relationship Id="rId2" Type="http://schemas.microsoft.com/office/2007/relationships/media" Target="../media/media1.mp3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jpg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61EF1266-380C-8256-8381-4AD70461987C}"/>
              </a:ext>
            </a:extLst>
          </p:cNvPr>
          <p:cNvSpPr/>
          <p:nvPr/>
        </p:nvSpPr>
        <p:spPr>
          <a:xfrm>
            <a:off x="-574631" y="12578091"/>
            <a:ext cx="9064487" cy="1482467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31DA9AA-3AE6-3C19-E3BF-8DE1F7C3E426}"/>
              </a:ext>
            </a:extLst>
          </p:cNvPr>
          <p:cNvSpPr/>
          <p:nvPr/>
        </p:nvSpPr>
        <p:spPr>
          <a:xfrm>
            <a:off x="-1073427" y="270269"/>
            <a:ext cx="9064487" cy="1482467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232F38C-9EB7-DE88-FFCD-172C3BD694DF}"/>
              </a:ext>
            </a:extLst>
          </p:cNvPr>
          <p:cNvSpPr txBox="1"/>
          <p:nvPr/>
        </p:nvSpPr>
        <p:spPr>
          <a:xfrm>
            <a:off x="162711" y="349783"/>
            <a:ext cx="7589808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pt-BR" sz="8000" b="1" dirty="0">
                <a:ln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MANUTENÇÃO</a:t>
            </a:r>
            <a:endParaRPr lang="pt-BR" sz="6000" b="1" dirty="0">
              <a:ln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C8F727C6-6B66-70E1-AE06-B785AE4B791F}"/>
              </a:ext>
            </a:extLst>
          </p:cNvPr>
          <p:cNvSpPr/>
          <p:nvPr/>
        </p:nvSpPr>
        <p:spPr>
          <a:xfrm>
            <a:off x="-184675" y="1832250"/>
            <a:ext cx="2609823" cy="1308791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F80B421-4DB3-67E5-4148-59E33FCD8EC6}"/>
              </a:ext>
            </a:extLst>
          </p:cNvPr>
          <p:cNvSpPr txBox="1"/>
          <p:nvPr/>
        </p:nvSpPr>
        <p:spPr>
          <a:xfrm>
            <a:off x="249713" y="1832250"/>
            <a:ext cx="1871498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pt-BR" sz="8000" b="1" dirty="0">
                <a:ln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EM</a:t>
            </a:r>
            <a:endParaRPr lang="pt-BR" sz="6000" b="1" dirty="0">
              <a:ln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9EB44206-1957-BB7B-CCB5-CF160F1AB27B}"/>
              </a:ext>
            </a:extLst>
          </p:cNvPr>
          <p:cNvSpPr/>
          <p:nvPr/>
        </p:nvSpPr>
        <p:spPr>
          <a:xfrm>
            <a:off x="2598289" y="1832249"/>
            <a:ext cx="7437411" cy="1323439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25E2942-D9D0-D18B-206E-8B023FDB213E}"/>
              </a:ext>
            </a:extLst>
          </p:cNvPr>
          <p:cNvSpPr txBox="1"/>
          <p:nvPr/>
        </p:nvSpPr>
        <p:spPr>
          <a:xfrm>
            <a:off x="2724185" y="1951520"/>
            <a:ext cx="7589808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pt-BR" sz="6600" b="1" dirty="0">
                <a:ln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COMPUTADORES</a:t>
            </a:r>
            <a:endParaRPr lang="pt-BR" sz="4800" b="1" dirty="0">
              <a:ln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7BF498A8-C297-D548-7193-87F2E4E9AD93}"/>
              </a:ext>
            </a:extLst>
          </p:cNvPr>
          <p:cNvGrpSpPr/>
          <p:nvPr/>
        </p:nvGrpSpPr>
        <p:grpSpPr>
          <a:xfrm>
            <a:off x="-154614" y="3009155"/>
            <a:ext cx="11098125" cy="7863612"/>
            <a:chOff x="-154614" y="3764538"/>
            <a:chExt cx="11098125" cy="7863612"/>
          </a:xfrm>
        </p:grpSpPr>
        <p:pic>
          <p:nvPicPr>
            <p:cNvPr id="22" name="Imagem 21">
              <a:extLst>
                <a:ext uri="{FF2B5EF4-FFF2-40B4-BE49-F238E27FC236}">
                  <a16:creationId xmlns:a16="http://schemas.microsoft.com/office/drawing/2014/main" id="{06383182-4837-F005-BBF9-277507E2C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7615" y="3764538"/>
              <a:ext cx="6985896" cy="7863612"/>
            </a:xfrm>
            <a:prstGeom prst="rect">
              <a:avLst/>
            </a:prstGeom>
          </p:spPr>
        </p:pic>
        <p:pic>
          <p:nvPicPr>
            <p:cNvPr id="20" name="Imagem 19">
              <a:extLst>
                <a:ext uri="{FF2B5EF4-FFF2-40B4-BE49-F238E27FC236}">
                  <a16:creationId xmlns:a16="http://schemas.microsoft.com/office/drawing/2014/main" id="{27D1BAF7-0CEB-E92B-950D-8A8A24CFD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24974">
              <a:off x="-154614" y="4744999"/>
              <a:ext cx="7226857" cy="6778680"/>
            </a:xfrm>
            <a:prstGeom prst="rect">
              <a:avLst/>
            </a:prstGeom>
          </p:spPr>
        </p:pic>
      </p:grp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C7BD83DA-22DA-926F-0BF5-DC21CBD97E04}"/>
              </a:ext>
            </a:extLst>
          </p:cNvPr>
          <p:cNvSpPr/>
          <p:nvPr/>
        </p:nvSpPr>
        <p:spPr>
          <a:xfrm>
            <a:off x="-574629" y="9245739"/>
            <a:ext cx="9064487" cy="1482467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8E19627-33F4-DE4F-52E8-BB15F83ACB02}"/>
              </a:ext>
            </a:extLst>
          </p:cNvPr>
          <p:cNvSpPr txBox="1"/>
          <p:nvPr/>
        </p:nvSpPr>
        <p:spPr>
          <a:xfrm>
            <a:off x="513126" y="9325252"/>
            <a:ext cx="5146413" cy="1107996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pt-BR" sz="6600" b="1" dirty="0">
                <a:ln/>
                <a:solidFill>
                  <a:schemeClr val="bg1"/>
                </a:solidFill>
                <a:latin typeface="Tw Cen MT Condensed Extra Bold" panose="020B0803020202020204" pitchFamily="34" charset="0"/>
                <a:ea typeface="Hack" panose="020B0609030202020204" pitchFamily="49" charset="0"/>
                <a:cs typeface="Hack" panose="020B0609030202020204" pitchFamily="49" charset="0"/>
              </a:rPr>
              <a:t>Formatação</a:t>
            </a:r>
            <a:endParaRPr lang="pt-BR" sz="4800" b="1" dirty="0">
              <a:ln/>
              <a:solidFill>
                <a:schemeClr val="bg1"/>
              </a:solidFill>
              <a:latin typeface="Tw Cen MT Condensed Extra Bold" panose="020B0803020202020204" pitchFamily="34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280FE5C3-76BC-DB7B-D035-006B90A6B2F8}"/>
              </a:ext>
            </a:extLst>
          </p:cNvPr>
          <p:cNvSpPr/>
          <p:nvPr/>
        </p:nvSpPr>
        <p:spPr>
          <a:xfrm>
            <a:off x="2067282" y="13366085"/>
            <a:ext cx="6315190" cy="83099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pt-BR" sz="4800" b="1" cap="none" spc="0" dirty="0">
                <a:ln/>
                <a:solidFill>
                  <a:schemeClr val="accent4"/>
                </a:solidFill>
                <a:effectLst/>
                <a:latin typeface="Tw Cen MT Condensed Extra Bold" panose="020B0803020202020204" pitchFamily="34" charset="0"/>
                <a:ea typeface="Hack" panose="020B0609030202020204" pitchFamily="49" charset="0"/>
                <a:cs typeface="Hack" panose="020B0609030202020204" pitchFamily="49" charset="0"/>
              </a:rPr>
              <a:t>Word – Excel - PowerPoint</a:t>
            </a:r>
            <a:endParaRPr lang="pt-BR" sz="4800" b="1" cap="none" spc="0" dirty="0">
              <a:ln/>
              <a:solidFill>
                <a:schemeClr val="accent4"/>
              </a:solidFill>
              <a:effectLst/>
            </a:endParaRP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FB3FA910-5276-89A3-19AD-C7885CEC41AB}"/>
              </a:ext>
            </a:extLst>
          </p:cNvPr>
          <p:cNvSpPr/>
          <p:nvPr/>
        </p:nvSpPr>
        <p:spPr>
          <a:xfrm>
            <a:off x="-574630" y="10948065"/>
            <a:ext cx="9064487" cy="1482467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78F14C66-E056-0AD4-27D5-E45A9F4BD1EF}"/>
              </a:ext>
            </a:extLst>
          </p:cNvPr>
          <p:cNvSpPr txBox="1"/>
          <p:nvPr/>
        </p:nvSpPr>
        <p:spPr>
          <a:xfrm>
            <a:off x="65041" y="11265363"/>
            <a:ext cx="8317431" cy="831400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pt-BR" sz="4800" b="1" dirty="0">
                <a:ln/>
                <a:solidFill>
                  <a:schemeClr val="bg1"/>
                </a:solidFill>
                <a:latin typeface="Tw Cen MT Condensed Extra Bold" panose="020B0803020202020204" pitchFamily="34" charset="0"/>
                <a:ea typeface="Hack" panose="020B0609030202020204" pitchFamily="49" charset="0"/>
                <a:cs typeface="Hack" panose="020B0609030202020204" pitchFamily="49" charset="0"/>
              </a:rPr>
              <a:t>Remoção de Vírus Pasta Térmica</a:t>
            </a:r>
            <a:endParaRPr lang="pt-BR" sz="3600" b="1" dirty="0">
              <a:ln/>
              <a:solidFill>
                <a:schemeClr val="bg1"/>
              </a:solidFill>
              <a:latin typeface="Tw Cen MT Condensed Extra Bold" panose="020B0803020202020204" pitchFamily="34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A1253E1E-3CB1-1F57-8034-911B75D57C92}"/>
              </a:ext>
            </a:extLst>
          </p:cNvPr>
          <p:cNvSpPr txBox="1"/>
          <p:nvPr/>
        </p:nvSpPr>
        <p:spPr>
          <a:xfrm>
            <a:off x="513126" y="12457272"/>
            <a:ext cx="5146413" cy="1107996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pt-BR" sz="6600" b="1" dirty="0">
                <a:ln/>
                <a:solidFill>
                  <a:schemeClr val="bg1"/>
                </a:solidFill>
                <a:latin typeface="Tw Cen MT Condensed Extra Bold" panose="020B0803020202020204" pitchFamily="34" charset="0"/>
                <a:ea typeface="Hack" panose="020B0609030202020204" pitchFamily="49" charset="0"/>
                <a:cs typeface="Hack" panose="020B0609030202020204" pitchFamily="49" charset="0"/>
              </a:rPr>
              <a:t>Pacote Office</a:t>
            </a:r>
            <a:endParaRPr lang="pt-BR" sz="4800" b="1" dirty="0">
              <a:ln/>
              <a:solidFill>
                <a:schemeClr val="bg1"/>
              </a:solidFill>
              <a:latin typeface="Tw Cen MT Condensed Extra Bold" panose="020B0803020202020204" pitchFamily="34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E4087674-9FFE-CE4C-E39D-F40380F6A78A}"/>
              </a:ext>
            </a:extLst>
          </p:cNvPr>
          <p:cNvSpPr/>
          <p:nvPr/>
        </p:nvSpPr>
        <p:spPr>
          <a:xfrm>
            <a:off x="-542392" y="14169998"/>
            <a:ext cx="9064487" cy="1482467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98062DA3-73F3-6E2A-687D-4E5B1EB5687A}"/>
              </a:ext>
            </a:extLst>
          </p:cNvPr>
          <p:cNvSpPr txBox="1"/>
          <p:nvPr/>
        </p:nvSpPr>
        <p:spPr>
          <a:xfrm>
            <a:off x="513125" y="14045910"/>
            <a:ext cx="5146413" cy="1107996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pt-BR" sz="6600" b="1" dirty="0">
                <a:ln/>
                <a:solidFill>
                  <a:schemeClr val="bg1"/>
                </a:solidFill>
                <a:latin typeface="Tw Cen MT Condensed Extra Bold" panose="020B0803020202020204" pitchFamily="34" charset="0"/>
                <a:ea typeface="Hack" panose="020B0609030202020204" pitchFamily="49" charset="0"/>
                <a:cs typeface="Hack" panose="020B0609030202020204" pitchFamily="49" charset="0"/>
              </a:rPr>
              <a:t>Leitor de </a:t>
            </a:r>
            <a:r>
              <a:rPr lang="pt-BR" sz="6600" b="1" dirty="0" err="1">
                <a:ln/>
                <a:solidFill>
                  <a:schemeClr val="bg1"/>
                </a:solidFill>
                <a:latin typeface="Tw Cen MT Condensed Extra Bold" panose="020B0803020202020204" pitchFamily="34" charset="0"/>
                <a:ea typeface="Hack" panose="020B0609030202020204" pitchFamily="49" charset="0"/>
                <a:cs typeface="Hack" panose="020B0609030202020204" pitchFamily="49" charset="0"/>
              </a:rPr>
              <a:t>Pdf</a:t>
            </a:r>
            <a:endParaRPr lang="pt-BR" sz="4800" b="1" dirty="0">
              <a:ln/>
              <a:solidFill>
                <a:schemeClr val="bg1"/>
              </a:solidFill>
              <a:latin typeface="Tw Cen MT Condensed Extra Bold" panose="020B0803020202020204" pitchFamily="34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4083F2DC-2AC0-B6E0-DD3E-266EFE2540DA}"/>
              </a:ext>
            </a:extLst>
          </p:cNvPr>
          <p:cNvSpPr txBox="1"/>
          <p:nvPr/>
        </p:nvSpPr>
        <p:spPr>
          <a:xfrm>
            <a:off x="3614137" y="14728282"/>
            <a:ext cx="5146413" cy="1107996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pt-BR" sz="6600" b="1" dirty="0">
                <a:ln/>
                <a:solidFill>
                  <a:schemeClr val="bg1"/>
                </a:solidFill>
                <a:latin typeface="Tw Cen MT Condensed Extra Bold" panose="020B0803020202020204" pitchFamily="34" charset="0"/>
                <a:ea typeface="Hack" panose="020B0609030202020204" pitchFamily="49" charset="0"/>
                <a:cs typeface="Hack" panose="020B0609030202020204" pitchFamily="49" charset="0"/>
              </a:rPr>
              <a:t>Pasta Térmica</a:t>
            </a:r>
            <a:endParaRPr lang="pt-BR" sz="4800" b="1" dirty="0">
              <a:ln/>
              <a:solidFill>
                <a:schemeClr val="bg1"/>
              </a:solidFill>
              <a:latin typeface="Tw Cen MT Condensed Extra Bold" panose="020B0803020202020204" pitchFamily="34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CE39E06F-7C9A-0E45-FC4B-116386AFB636}"/>
              </a:ext>
            </a:extLst>
          </p:cNvPr>
          <p:cNvSpPr/>
          <p:nvPr/>
        </p:nvSpPr>
        <p:spPr>
          <a:xfrm>
            <a:off x="-574632" y="15800024"/>
            <a:ext cx="9064487" cy="1482467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636A21F0-6BB6-AF7D-0A60-4DFDE089543E}"/>
              </a:ext>
            </a:extLst>
          </p:cNvPr>
          <p:cNvSpPr txBox="1"/>
          <p:nvPr/>
        </p:nvSpPr>
        <p:spPr>
          <a:xfrm>
            <a:off x="513124" y="15840564"/>
            <a:ext cx="5146413" cy="1107996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pt-BR" sz="6600" b="1" dirty="0" err="1">
                <a:ln/>
                <a:solidFill>
                  <a:schemeClr val="bg1"/>
                </a:solidFill>
                <a:latin typeface="Tw Cen MT Condensed Extra Bold" panose="020B0803020202020204" pitchFamily="34" charset="0"/>
                <a:ea typeface="Hack" panose="020B0609030202020204" pitchFamily="49" charset="0"/>
                <a:cs typeface="Hack" panose="020B0609030202020204" pitchFamily="49" charset="0"/>
              </a:rPr>
              <a:t>AntiVirus</a:t>
            </a:r>
            <a:endParaRPr lang="pt-BR" sz="4800" b="1" dirty="0">
              <a:ln/>
              <a:solidFill>
                <a:schemeClr val="bg1"/>
              </a:solidFill>
              <a:latin typeface="Tw Cen MT Condensed Extra Bold" panose="020B0803020202020204" pitchFamily="34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712816E1-345B-AF6D-D68B-8D646AC950F9}"/>
              </a:ext>
            </a:extLst>
          </p:cNvPr>
          <p:cNvSpPr txBox="1"/>
          <p:nvPr/>
        </p:nvSpPr>
        <p:spPr>
          <a:xfrm>
            <a:off x="5085129" y="16283935"/>
            <a:ext cx="2707150" cy="1107996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pt-BR" sz="6600" b="1" dirty="0">
                <a:ln/>
                <a:solidFill>
                  <a:schemeClr val="bg1"/>
                </a:solidFill>
                <a:latin typeface="Tw Cen MT Condensed Extra Bold" panose="020B0803020202020204" pitchFamily="34" charset="0"/>
                <a:ea typeface="Hack" panose="020B0609030202020204" pitchFamily="49" charset="0"/>
                <a:cs typeface="Hack" panose="020B0609030202020204" pitchFamily="49" charset="0"/>
              </a:rPr>
              <a:t>Drives</a:t>
            </a:r>
            <a:endParaRPr lang="pt-BR" sz="4800" b="1" dirty="0">
              <a:ln/>
              <a:solidFill>
                <a:schemeClr val="bg1"/>
              </a:solidFill>
              <a:latin typeface="Tw Cen MT Condensed Extra Bold" panose="020B0803020202020204" pitchFamily="34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86EE2A7F-CEE4-19D6-62EE-20C686E28022}"/>
              </a:ext>
            </a:extLst>
          </p:cNvPr>
          <p:cNvSpPr/>
          <p:nvPr/>
        </p:nvSpPr>
        <p:spPr>
          <a:xfrm>
            <a:off x="4344532" y="10019893"/>
            <a:ext cx="4027769" cy="83099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pt-BR" sz="4800" b="1" cap="none" spc="0" dirty="0">
                <a:ln/>
                <a:solidFill>
                  <a:schemeClr val="accent4"/>
                </a:solidFill>
                <a:effectLst/>
                <a:latin typeface="Tw Cen MT Condensed Extra Bold" panose="020B0803020202020204" pitchFamily="34" charset="0"/>
                <a:ea typeface="Hack" panose="020B0609030202020204" pitchFamily="49" charset="0"/>
                <a:cs typeface="Hack" panose="020B0609030202020204" pitchFamily="49" charset="0"/>
              </a:rPr>
              <a:t>Windows - Linux</a:t>
            </a:r>
            <a:endParaRPr lang="pt-BR" sz="4800" b="1" cap="none" spc="0" dirty="0">
              <a:ln/>
              <a:solidFill>
                <a:schemeClr val="accent4"/>
              </a:solidFill>
              <a:effectLst/>
            </a:endParaRPr>
          </a:p>
        </p:txBody>
      </p:sp>
      <p:pic>
        <p:nvPicPr>
          <p:cNvPr id="7" name="SomHacker2">
            <a:hlinkClick r:id="" action="ppaction://media"/>
            <a:extLst>
              <a:ext uri="{FF2B5EF4-FFF2-40B4-BE49-F238E27FC236}">
                <a16:creationId xmlns:a16="http://schemas.microsoft.com/office/drawing/2014/main" id="{890B2890-C922-9F7B-BAB9-B51E933BB45C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837113" y="88392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82553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936"/>
    </mc:Choice>
    <mc:Fallback>
      <p:transition spd="slow" advTm="8936"/>
    </mc:Fallback>
  </mc:AlternateContent>
  <p:extLst>
    <p:ext uri="{E180D4A7-C9FB-4DFB-919C-405C955672EB}">
      <p14:showEvtLst xmlns:p14="http://schemas.microsoft.com/office/powerpoint/2010/main">
        <p14:playEvt time="38" objId="7"/>
      </p14:showEvt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E2C9B5D-ED5B-8CFD-BE47-451EA36271F5}"/>
              </a:ext>
            </a:extLst>
          </p:cNvPr>
          <p:cNvSpPr txBox="1"/>
          <p:nvPr/>
        </p:nvSpPr>
        <p:spPr>
          <a:xfrm>
            <a:off x="1459338" y="3840760"/>
            <a:ext cx="69343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b="1" dirty="0">
                <a:solidFill>
                  <a:schemeClr val="bg1"/>
                </a:solidFill>
                <a:latin typeface="Futura Md BT" panose="020B0602020204020303" pitchFamily="34" charset="0"/>
                <a:ea typeface="Hack" panose="020B0609030202020204" pitchFamily="49" charset="0"/>
                <a:cs typeface="Hack" panose="020B0609030202020204" pitchFamily="49" charset="0"/>
              </a:rPr>
              <a:t>Conte com a gente!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C49AF52-9324-BC49-B8BB-BD7A3F3C96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23" y="6567457"/>
            <a:ext cx="2112859" cy="211285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7A46D97-FC9D-46E9-F99F-56322955F1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088" y="12868009"/>
            <a:ext cx="2377484" cy="2377484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B81517DA-5859-49EF-279A-1A78EF61E7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21" y="12868010"/>
            <a:ext cx="2377483" cy="237748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E3A0029-AC1C-FAAD-9F0D-EF131E4A8E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180" y="8289647"/>
            <a:ext cx="2377483" cy="2377483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2630C311-1B62-B11A-4CE1-FCE283F20618}"/>
              </a:ext>
            </a:extLst>
          </p:cNvPr>
          <p:cNvSpPr txBox="1"/>
          <p:nvPr/>
        </p:nvSpPr>
        <p:spPr>
          <a:xfrm>
            <a:off x="329520" y="15245493"/>
            <a:ext cx="44050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solidFill>
                  <a:schemeClr val="bg1"/>
                </a:solidFill>
                <a:latin typeface="Earth" pitchFamily="50" charset="0"/>
                <a:ea typeface="Hack" panose="020B0609030202020204" pitchFamily="49" charset="0"/>
                <a:cs typeface="Hack" panose="020B0609030202020204" pitchFamily="49" charset="0"/>
              </a:rPr>
              <a:t>Windows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79A39CC-3F98-4335-0465-7466169C9456}"/>
              </a:ext>
            </a:extLst>
          </p:cNvPr>
          <p:cNvSpPr txBox="1"/>
          <p:nvPr/>
        </p:nvSpPr>
        <p:spPr>
          <a:xfrm>
            <a:off x="6116736" y="15245493"/>
            <a:ext cx="30727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solidFill>
                  <a:schemeClr val="bg1"/>
                </a:solidFill>
                <a:latin typeface="Earth" pitchFamily="50" charset="0"/>
                <a:ea typeface="Hack" panose="020B0609030202020204" pitchFamily="49" charset="0"/>
                <a:cs typeface="Hack" panose="020B0609030202020204" pitchFamily="49" charset="0"/>
              </a:rPr>
              <a:t>Linux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293F22E-98B0-2235-6541-D4477A436ED4}"/>
              </a:ext>
            </a:extLst>
          </p:cNvPr>
          <p:cNvSpPr txBox="1"/>
          <p:nvPr/>
        </p:nvSpPr>
        <p:spPr>
          <a:xfrm>
            <a:off x="2663682" y="7050438"/>
            <a:ext cx="69061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dirty="0">
                <a:solidFill>
                  <a:schemeClr val="bg1"/>
                </a:solidFill>
                <a:latin typeface="Bebas Neue Book" panose="00000500000000000000" pitchFamily="2" charset="0"/>
                <a:ea typeface="Hack" panose="020B0609030202020204" pitchFamily="49" charset="0"/>
                <a:cs typeface="Hack" panose="020B0609030202020204" pitchFamily="49" charset="0"/>
              </a:rPr>
              <a:t>51 99815-9402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A2B56BA-0E5A-6359-EF42-A397CEFCD754}"/>
              </a:ext>
            </a:extLst>
          </p:cNvPr>
          <p:cNvSpPr txBox="1"/>
          <p:nvPr/>
        </p:nvSpPr>
        <p:spPr>
          <a:xfrm>
            <a:off x="3657604" y="8951784"/>
            <a:ext cx="69061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dirty="0">
                <a:solidFill>
                  <a:schemeClr val="bg1"/>
                </a:solidFill>
                <a:latin typeface="Bebas Neue Book" panose="00000500000000000000" pitchFamily="2" charset="0"/>
                <a:ea typeface="Hack" panose="020B0609030202020204" pitchFamily="49" charset="0"/>
                <a:cs typeface="Hack" panose="020B0609030202020204" pitchFamily="49" charset="0"/>
              </a:rPr>
              <a:t>Luciano.leal2009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19482A1-AD23-B47C-9E90-F4DCA69C2A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23" y="954157"/>
            <a:ext cx="8067272" cy="292989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790401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251"/>
    </mc:Choice>
    <mc:Fallback>
      <p:transition spd="slow" advTm="725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/>
      <p:bldP spid="15" grpId="0"/>
      <p:bldP spid="16" grpId="0" build="p"/>
      <p:bldP spid="17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6|0.8|0.5|0.5|4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1.1|0.9|0.5|2.2"/>
</p:tagLst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206</TotalTime>
  <Words>38</Words>
  <Application>Microsoft Office PowerPoint</Application>
  <PresentationFormat>Personalizar</PresentationFormat>
  <Paragraphs>17</Paragraphs>
  <Slides>2</Slides>
  <Notes>0</Notes>
  <HiddenSlides>0</HiddenSlides>
  <MMClips>1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11" baseType="lpstr">
      <vt:lpstr>ADLaM Display</vt:lpstr>
      <vt:lpstr>Arial</vt:lpstr>
      <vt:lpstr>Bebas Neue Book</vt:lpstr>
      <vt:lpstr>Calibri</vt:lpstr>
      <vt:lpstr>Calibri Light</vt:lpstr>
      <vt:lpstr>Earth</vt:lpstr>
      <vt:lpstr>Futura Md BT</vt:lpstr>
      <vt:lpstr>Tw Cen MT Condensed Extra Bold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Luciano Leal</dc:creator>
  <cp:lastModifiedBy>Luciano Leal</cp:lastModifiedBy>
  <cp:revision>16</cp:revision>
  <dcterms:created xsi:type="dcterms:W3CDTF">2025-07-29T01:30:53Z</dcterms:created>
  <dcterms:modified xsi:type="dcterms:W3CDTF">2025-10-09T02:12:19Z</dcterms:modified>
</cp:coreProperties>
</file>