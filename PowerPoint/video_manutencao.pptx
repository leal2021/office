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028858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26" d="100"/>
          <a:sy n="26" d="100"/>
        </p:scale>
        <p:origin x="13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2992968"/>
            <a:ext cx="8745300" cy="636693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9605435"/>
            <a:ext cx="7716441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36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35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4559305"/>
            <a:ext cx="8873907" cy="7607299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12238572"/>
            <a:ext cx="8873907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13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79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973671"/>
            <a:ext cx="8873907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4483101"/>
            <a:ext cx="4352554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6680200"/>
            <a:ext cx="4352554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4483101"/>
            <a:ext cx="437399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6680200"/>
            <a:ext cx="437399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57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09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16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2633138"/>
            <a:ext cx="5208598" cy="12996333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17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2633138"/>
            <a:ext cx="5208598" cy="12996333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50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96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973667"/>
            <a:ext cx="2218477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973667"/>
            <a:ext cx="6526823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44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973671"/>
            <a:ext cx="8873907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4868333"/>
            <a:ext cx="8873907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2CFAE-F1F4-4242-BC1B-86633FF0EC7C}" type="datetimeFigureOut">
              <a:rPr lang="pt-BR" smtClean="0"/>
              <a:t>23/06/2024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16950271"/>
            <a:ext cx="347239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38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0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l" defTabSz="1028883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audio" Target="../media/media1.mp3"/><Relationship Id="rId7" Type="http://schemas.openxmlformats.org/officeDocument/2006/relationships/image" Target="../media/image3.png"/><Relationship Id="rId2" Type="http://schemas.microsoft.com/office/2007/relationships/media" Target="../media/media1.mp3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1C2E59DE-9489-1631-6962-D7E209BB4629}"/>
              </a:ext>
            </a:extLst>
          </p:cNvPr>
          <p:cNvSpPr/>
          <p:nvPr/>
        </p:nvSpPr>
        <p:spPr>
          <a:xfrm>
            <a:off x="7086599" y="7797837"/>
            <a:ext cx="2442187" cy="13558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5999D6-3D84-BE36-E9BC-D431205936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44300"/>
            <a:ext cx="6000750" cy="60007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CE11D3C-535F-D30E-6202-FB2BD29321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31776">
            <a:off x="-16494" y="8254460"/>
            <a:ext cx="6033739" cy="451323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B590289-192D-2E56-C276-4B5DF541CFF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8" t="9524" r="13206"/>
          <a:stretch/>
        </p:blipFill>
        <p:spPr>
          <a:xfrm>
            <a:off x="771525" y="12115800"/>
            <a:ext cx="4457700" cy="542925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3D3442F1-DF72-3F5F-83A6-FB7DC9588E6D}"/>
              </a:ext>
            </a:extLst>
          </p:cNvPr>
          <p:cNvSpPr/>
          <p:nvPr/>
        </p:nvSpPr>
        <p:spPr>
          <a:xfrm>
            <a:off x="2286000" y="4435376"/>
            <a:ext cx="7242787" cy="13558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64AB5F0-1CA5-3A71-AEA1-87C97AE4519B}"/>
              </a:ext>
            </a:extLst>
          </p:cNvPr>
          <p:cNvSpPr/>
          <p:nvPr/>
        </p:nvSpPr>
        <p:spPr>
          <a:xfrm>
            <a:off x="2286000" y="6065788"/>
            <a:ext cx="7242787" cy="13558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EA18B3-D945-6051-E082-1B0A21911412}"/>
              </a:ext>
            </a:extLst>
          </p:cNvPr>
          <p:cNvSpPr txBox="1"/>
          <p:nvPr/>
        </p:nvSpPr>
        <p:spPr>
          <a:xfrm>
            <a:off x="776287" y="4191618"/>
            <a:ext cx="8677276" cy="4883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pt-BR" sz="7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Não jogue seu computador no    Lixo.</a:t>
            </a:r>
          </a:p>
        </p:txBody>
      </p:sp>
      <p:pic>
        <p:nvPicPr>
          <p:cNvPr id="19" name="Uplifting and Inspiring Background Music For Videos &amp; Presentations-[AudioTrimmer.com]">
            <a:hlinkClick r:id="" action="ppaction://media"/>
            <a:extLst>
              <a:ext uri="{FF2B5EF4-FFF2-40B4-BE49-F238E27FC236}">
                <a16:creationId xmlns:a16="http://schemas.microsoft.com/office/drawing/2014/main" id="{44FBA278-2B21-E4F8-450C-AD58C139066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38700" y="88392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5792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20"/>
    </mc:Choice>
    <mc:Fallback>
      <p:transition spd="slow" advTm="62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54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16" grpId="0" animBg="1"/>
      <p:bldP spid="12" grpId="0" animBg="1"/>
      <p:bldP spid="13" grpId="0" animBg="1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C8F714D-5A07-F07E-1F10-E717279BA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7185"/>
            <a:ext cx="9448800" cy="701527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4E36D87-0147-111D-3FA9-ED6DE2B15582}"/>
              </a:ext>
            </a:extLst>
          </p:cNvPr>
          <p:cNvSpPr txBox="1"/>
          <p:nvPr/>
        </p:nvSpPr>
        <p:spPr>
          <a:xfrm>
            <a:off x="3086100" y="1981200"/>
            <a:ext cx="63627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solidFill>
                  <a:schemeClr val="bg1"/>
                </a:solidFill>
                <a:latin typeface="Ancress-Regular" pitchFamily="2" charset="0"/>
              </a:rPr>
              <a:t>Renove sua máquina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2B32E0-55A2-CE20-E424-5C6291E3C158}"/>
              </a:ext>
            </a:extLst>
          </p:cNvPr>
          <p:cNvSpPr txBox="1"/>
          <p:nvPr/>
        </p:nvSpPr>
        <p:spPr>
          <a:xfrm>
            <a:off x="0" y="11987214"/>
            <a:ext cx="102885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  <a:latin typeface="Ancress-Regular" pitchFamily="2" charset="0"/>
              </a:rPr>
              <a:t>Velocidade de processamento</a:t>
            </a:r>
          </a:p>
          <a:p>
            <a:pPr algn="ctr"/>
            <a:r>
              <a:rPr lang="pt-BR" sz="5400" dirty="0">
                <a:solidFill>
                  <a:schemeClr val="bg1"/>
                </a:solidFill>
                <a:latin typeface="Ancress-Regular" pitchFamily="2" charset="0"/>
              </a:rPr>
              <a:t>Elimine vírus</a:t>
            </a:r>
          </a:p>
          <a:p>
            <a:pPr algn="ctr"/>
            <a:r>
              <a:rPr lang="pt-BR" sz="5400" dirty="0">
                <a:solidFill>
                  <a:schemeClr val="bg1"/>
                </a:solidFill>
                <a:latin typeface="Ancress-Regular" pitchFamily="2" charset="0"/>
              </a:rPr>
              <a:t>Arquivos em Nuvem</a:t>
            </a:r>
          </a:p>
          <a:p>
            <a:pPr algn="ctr"/>
            <a:r>
              <a:rPr lang="pt-BR" sz="5400" dirty="0">
                <a:solidFill>
                  <a:schemeClr val="bg1"/>
                </a:solidFill>
                <a:latin typeface="Ancress-Regular" pitchFamily="2" charset="0"/>
              </a:rPr>
              <a:t>Backup de dados</a:t>
            </a:r>
          </a:p>
          <a:p>
            <a:pPr algn="ctr"/>
            <a:r>
              <a:rPr lang="pt-BR" sz="5400" dirty="0">
                <a:solidFill>
                  <a:schemeClr val="bg1"/>
                </a:solidFill>
                <a:latin typeface="Ancress-Regular" pitchFamily="2" charset="0"/>
              </a:rPr>
              <a:t>Limpeza / pasta térmica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394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52"/>
    </mc:Choice>
    <mc:Fallback>
      <p:transition spd="slow" advTm="133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7" grpId="1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8EA8F4A-FCB4-362D-5C00-8DD40824EC8C}"/>
              </a:ext>
            </a:extLst>
          </p:cNvPr>
          <p:cNvSpPr txBox="1"/>
          <p:nvPr/>
        </p:nvSpPr>
        <p:spPr>
          <a:xfrm>
            <a:off x="122548" y="2362200"/>
            <a:ext cx="100399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eurofurence" panose="020F0402020203080204" pitchFamily="34" charset="0"/>
              </a:rPr>
              <a:t>Recuperamos o desempenho </a:t>
            </a:r>
          </a:p>
          <a:p>
            <a:pPr algn="ctr"/>
            <a:r>
              <a:rPr lang="pt-BR" sz="7200" dirty="0">
                <a:solidFill>
                  <a:schemeClr val="bg1"/>
                </a:solidFill>
                <a:latin typeface="eurofurence" panose="020F0402020203080204" pitchFamily="34" charset="0"/>
              </a:rPr>
              <a:t>do seu computador.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69ADDF4-1DFD-243F-B5A5-10D1DC0F62C9}"/>
              </a:ext>
            </a:extLst>
          </p:cNvPr>
          <p:cNvSpPr/>
          <p:nvPr/>
        </p:nvSpPr>
        <p:spPr>
          <a:xfrm>
            <a:off x="4572000" y="13655577"/>
            <a:ext cx="4533900" cy="12003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4CD7E9-835A-9A59-C3F3-EFD01033A2B3}"/>
              </a:ext>
            </a:extLst>
          </p:cNvPr>
          <p:cNvSpPr txBox="1"/>
          <p:nvPr/>
        </p:nvSpPr>
        <p:spPr>
          <a:xfrm>
            <a:off x="1631516" y="13588448"/>
            <a:ext cx="72923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eurofurence" panose="020F0402020203080204" pitchFamily="34" charset="0"/>
              </a:rPr>
              <a:t>Peça um  Orçamento: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F40BF35-39F4-22ED-EC76-3C9A7E905E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93" y="6066806"/>
            <a:ext cx="1542256" cy="155319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D6D4B97-01ED-C3BB-A749-B5ED1566EEAA}"/>
              </a:ext>
            </a:extLst>
          </p:cNvPr>
          <p:cNvSpPr txBox="1"/>
          <p:nvPr/>
        </p:nvSpPr>
        <p:spPr>
          <a:xfrm>
            <a:off x="2487634" y="6281338"/>
            <a:ext cx="65886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51 99815-9402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AC230E7-A6AF-A347-408C-CD510E268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93" y="8384988"/>
            <a:ext cx="1542256" cy="153952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9927DEE-88E2-299F-6DF0-A2B16FEA9AC3}"/>
              </a:ext>
            </a:extLst>
          </p:cNvPr>
          <p:cNvSpPr txBox="1"/>
          <p:nvPr/>
        </p:nvSpPr>
        <p:spPr>
          <a:xfrm>
            <a:off x="2148832" y="8537388"/>
            <a:ext cx="78213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@Luciano.leal2009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3385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42"/>
    </mc:Choice>
    <mc:Fallback>
      <p:transition spd="slow" advTm="76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5" grpId="0"/>
      <p:bldP spid="9" grpId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9|1|1.1|0.8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2|1|0.9|0.9|1.2|1|1|1.1|0.9|1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4|1.4|1.5|1.6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</TotalTime>
  <Words>42</Words>
  <Application>Microsoft Office PowerPoint</Application>
  <PresentationFormat>Personalizar</PresentationFormat>
  <Paragraphs>12</Paragraphs>
  <Slides>3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ADLaM Display</vt:lpstr>
      <vt:lpstr>Ancress-Regular</vt:lpstr>
      <vt:lpstr>Arial</vt:lpstr>
      <vt:lpstr>Calibri</vt:lpstr>
      <vt:lpstr>Calibri Light</vt:lpstr>
      <vt:lpstr>eurofurence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Leal</dc:creator>
  <cp:lastModifiedBy>Luciano Leal</cp:lastModifiedBy>
  <cp:revision>8</cp:revision>
  <dcterms:created xsi:type="dcterms:W3CDTF">2024-06-24T00:53:21Z</dcterms:created>
  <dcterms:modified xsi:type="dcterms:W3CDTF">2024-06-24T02:14:35Z</dcterms:modified>
</cp:coreProperties>
</file>