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10285413" cy="102854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46" d="100"/>
          <a:sy n="46" d="100"/>
        </p:scale>
        <p:origin x="1932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71406" y="1683285"/>
            <a:ext cx="8742601" cy="3580847"/>
          </a:xfrm>
        </p:spPr>
        <p:txBody>
          <a:bodyPr anchor="b"/>
          <a:lstStyle>
            <a:lvl1pPr algn="ctr">
              <a:defRPr sz="6749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85677" y="5402223"/>
            <a:ext cx="7714060" cy="2483260"/>
          </a:xfrm>
        </p:spPr>
        <p:txBody>
          <a:bodyPr/>
          <a:lstStyle>
            <a:lvl1pPr marL="0" indent="0" algn="ctr">
              <a:buNone/>
              <a:defRPr sz="2700"/>
            </a:lvl1pPr>
            <a:lvl2pPr marL="514259" indent="0" algn="ctr">
              <a:buNone/>
              <a:defRPr sz="2250"/>
            </a:lvl2pPr>
            <a:lvl3pPr marL="1028517" indent="0" algn="ctr">
              <a:buNone/>
              <a:defRPr sz="2025"/>
            </a:lvl3pPr>
            <a:lvl4pPr marL="1542776" indent="0" algn="ctr">
              <a:buNone/>
              <a:defRPr sz="1800"/>
            </a:lvl4pPr>
            <a:lvl5pPr marL="2057034" indent="0" algn="ctr">
              <a:buNone/>
              <a:defRPr sz="1800"/>
            </a:lvl5pPr>
            <a:lvl6pPr marL="2571293" indent="0" algn="ctr">
              <a:buNone/>
              <a:defRPr sz="1800"/>
            </a:lvl6pPr>
            <a:lvl7pPr marL="3085551" indent="0" algn="ctr">
              <a:buNone/>
              <a:defRPr sz="1800"/>
            </a:lvl7pPr>
            <a:lvl8pPr marL="3599810" indent="0" algn="ctr">
              <a:buNone/>
              <a:defRPr sz="1800"/>
            </a:lvl8pPr>
            <a:lvl9pPr marL="4114068" indent="0" algn="ctr">
              <a:buNone/>
              <a:defRPr sz="18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C537A-A55A-450F-BF70-B76EB51413FC}" type="datetimeFigureOut">
              <a:rPr lang="pt-BR" smtClean="0"/>
              <a:t>25/08/2024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9EB0C-B1AE-4836-868E-EB71E42B15B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644778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C537A-A55A-450F-BF70-B76EB51413FC}" type="datetimeFigureOut">
              <a:rPr lang="pt-BR" smtClean="0"/>
              <a:t>25/08/2024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9EB0C-B1AE-4836-868E-EB71E42B15B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66650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1766" y="2564214"/>
            <a:ext cx="8871169" cy="4278445"/>
          </a:xfrm>
        </p:spPr>
        <p:txBody>
          <a:bodyPr anchor="b"/>
          <a:lstStyle>
            <a:lvl1pPr>
              <a:defRPr sz="6749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1766" y="6883135"/>
            <a:ext cx="8871169" cy="2249933"/>
          </a:xfrm>
        </p:spPr>
        <p:txBody>
          <a:bodyPr/>
          <a:lstStyle>
            <a:lvl1pPr marL="0" indent="0">
              <a:buNone/>
              <a:defRPr sz="2700">
                <a:solidFill>
                  <a:schemeClr val="tx1"/>
                </a:solidFill>
              </a:defRPr>
            </a:lvl1pPr>
            <a:lvl2pPr marL="514259" indent="0">
              <a:buNone/>
              <a:defRPr sz="2250">
                <a:solidFill>
                  <a:schemeClr val="tx1">
                    <a:tint val="75000"/>
                  </a:schemeClr>
                </a:solidFill>
              </a:defRPr>
            </a:lvl2pPr>
            <a:lvl3pPr marL="1028517" indent="0">
              <a:buNone/>
              <a:defRPr sz="2025">
                <a:solidFill>
                  <a:schemeClr val="tx1">
                    <a:tint val="75000"/>
                  </a:schemeClr>
                </a:solidFill>
              </a:defRPr>
            </a:lvl3pPr>
            <a:lvl4pPr marL="1542776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4pPr>
            <a:lvl5pPr marL="205703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5pPr>
            <a:lvl6pPr marL="257129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6pPr>
            <a:lvl7pPr marL="3085551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7pPr>
            <a:lvl8pPr marL="359981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8pPr>
            <a:lvl9pPr marL="4114068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C537A-A55A-450F-BF70-B76EB51413FC}" type="datetimeFigureOut">
              <a:rPr lang="pt-BR" smtClean="0"/>
              <a:t>25/08/2024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9EB0C-B1AE-4836-868E-EB71E42B15B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223969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07122" y="2738015"/>
            <a:ext cx="4371301" cy="65260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6990" y="2738015"/>
            <a:ext cx="4371301" cy="65260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C537A-A55A-450F-BF70-B76EB51413FC}" type="datetimeFigureOut">
              <a:rPr lang="pt-BR" smtClean="0"/>
              <a:t>25/08/2024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9EB0C-B1AE-4836-868E-EB71E42B15B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385357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462" y="547605"/>
            <a:ext cx="8871169" cy="1988038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8463" y="2521356"/>
            <a:ext cx="4351211" cy="1235677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14259" indent="0">
              <a:buNone/>
              <a:defRPr sz="2250" b="1"/>
            </a:lvl2pPr>
            <a:lvl3pPr marL="1028517" indent="0">
              <a:buNone/>
              <a:defRPr sz="2025" b="1"/>
            </a:lvl3pPr>
            <a:lvl4pPr marL="1542776" indent="0">
              <a:buNone/>
              <a:defRPr sz="1800" b="1"/>
            </a:lvl4pPr>
            <a:lvl5pPr marL="2057034" indent="0">
              <a:buNone/>
              <a:defRPr sz="1800" b="1"/>
            </a:lvl5pPr>
            <a:lvl6pPr marL="2571293" indent="0">
              <a:buNone/>
              <a:defRPr sz="1800" b="1"/>
            </a:lvl6pPr>
            <a:lvl7pPr marL="3085551" indent="0">
              <a:buNone/>
              <a:defRPr sz="1800" b="1"/>
            </a:lvl7pPr>
            <a:lvl8pPr marL="3599810" indent="0">
              <a:buNone/>
              <a:defRPr sz="1800" b="1"/>
            </a:lvl8pPr>
            <a:lvl9pPr marL="4114068" indent="0">
              <a:buNone/>
              <a:defRPr sz="18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08463" y="3757033"/>
            <a:ext cx="4351211" cy="552602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206991" y="2521356"/>
            <a:ext cx="4372640" cy="1235677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14259" indent="0">
              <a:buNone/>
              <a:defRPr sz="2250" b="1"/>
            </a:lvl2pPr>
            <a:lvl3pPr marL="1028517" indent="0">
              <a:buNone/>
              <a:defRPr sz="2025" b="1"/>
            </a:lvl3pPr>
            <a:lvl4pPr marL="1542776" indent="0">
              <a:buNone/>
              <a:defRPr sz="1800" b="1"/>
            </a:lvl4pPr>
            <a:lvl5pPr marL="2057034" indent="0">
              <a:buNone/>
              <a:defRPr sz="1800" b="1"/>
            </a:lvl5pPr>
            <a:lvl6pPr marL="2571293" indent="0">
              <a:buNone/>
              <a:defRPr sz="1800" b="1"/>
            </a:lvl6pPr>
            <a:lvl7pPr marL="3085551" indent="0">
              <a:buNone/>
              <a:defRPr sz="1800" b="1"/>
            </a:lvl7pPr>
            <a:lvl8pPr marL="3599810" indent="0">
              <a:buNone/>
              <a:defRPr sz="1800" b="1"/>
            </a:lvl8pPr>
            <a:lvl9pPr marL="4114068" indent="0">
              <a:buNone/>
              <a:defRPr sz="18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206991" y="3757033"/>
            <a:ext cx="4372640" cy="552602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C537A-A55A-450F-BF70-B76EB51413FC}" type="datetimeFigureOut">
              <a:rPr lang="pt-BR" smtClean="0"/>
              <a:t>25/08/2024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9EB0C-B1AE-4836-868E-EB71E42B15B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524706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C537A-A55A-450F-BF70-B76EB51413FC}" type="datetimeFigureOut">
              <a:rPr lang="pt-BR" smtClean="0"/>
              <a:t>25/08/2024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9EB0C-B1AE-4836-868E-EB71E42B15B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5043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C537A-A55A-450F-BF70-B76EB51413FC}" type="datetimeFigureOut">
              <a:rPr lang="pt-BR" smtClean="0"/>
              <a:t>25/08/2024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9EB0C-B1AE-4836-868E-EB71E42B15B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68215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462" y="685694"/>
            <a:ext cx="3317313" cy="2399930"/>
          </a:xfrm>
        </p:spPr>
        <p:txBody>
          <a:bodyPr anchor="b"/>
          <a:lstStyle>
            <a:lvl1pPr>
              <a:defRPr sz="3599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72640" y="1480911"/>
            <a:ext cx="5206990" cy="7309310"/>
          </a:xfrm>
        </p:spPr>
        <p:txBody>
          <a:bodyPr/>
          <a:lstStyle>
            <a:lvl1pPr>
              <a:defRPr sz="3599"/>
            </a:lvl1pPr>
            <a:lvl2pPr>
              <a:defRPr sz="3149"/>
            </a:lvl2pPr>
            <a:lvl3pPr>
              <a:defRPr sz="2700"/>
            </a:lvl3pPr>
            <a:lvl4pPr>
              <a:defRPr sz="2250"/>
            </a:lvl4pPr>
            <a:lvl5pPr>
              <a:defRPr sz="2250"/>
            </a:lvl5pPr>
            <a:lvl6pPr>
              <a:defRPr sz="2250"/>
            </a:lvl6pPr>
            <a:lvl7pPr>
              <a:defRPr sz="2250"/>
            </a:lvl7pPr>
            <a:lvl8pPr>
              <a:defRPr sz="2250"/>
            </a:lvl8pPr>
            <a:lvl9pPr>
              <a:defRPr sz="225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462" y="3085624"/>
            <a:ext cx="3317313" cy="5716500"/>
          </a:xfrm>
        </p:spPr>
        <p:txBody>
          <a:bodyPr/>
          <a:lstStyle>
            <a:lvl1pPr marL="0" indent="0">
              <a:buNone/>
              <a:defRPr sz="1800"/>
            </a:lvl1pPr>
            <a:lvl2pPr marL="514259" indent="0">
              <a:buNone/>
              <a:defRPr sz="1575"/>
            </a:lvl2pPr>
            <a:lvl3pPr marL="1028517" indent="0">
              <a:buNone/>
              <a:defRPr sz="1350"/>
            </a:lvl3pPr>
            <a:lvl4pPr marL="1542776" indent="0">
              <a:buNone/>
              <a:defRPr sz="1125"/>
            </a:lvl4pPr>
            <a:lvl5pPr marL="2057034" indent="0">
              <a:buNone/>
              <a:defRPr sz="1125"/>
            </a:lvl5pPr>
            <a:lvl6pPr marL="2571293" indent="0">
              <a:buNone/>
              <a:defRPr sz="1125"/>
            </a:lvl6pPr>
            <a:lvl7pPr marL="3085551" indent="0">
              <a:buNone/>
              <a:defRPr sz="1125"/>
            </a:lvl7pPr>
            <a:lvl8pPr marL="3599810" indent="0">
              <a:buNone/>
              <a:defRPr sz="1125"/>
            </a:lvl8pPr>
            <a:lvl9pPr marL="4114068" indent="0">
              <a:buNone/>
              <a:defRPr sz="1125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C537A-A55A-450F-BF70-B76EB51413FC}" type="datetimeFigureOut">
              <a:rPr lang="pt-BR" smtClean="0"/>
              <a:t>25/08/2024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9EB0C-B1AE-4836-868E-EB71E42B15B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379017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462" y="685694"/>
            <a:ext cx="3317313" cy="2399930"/>
          </a:xfrm>
        </p:spPr>
        <p:txBody>
          <a:bodyPr anchor="b"/>
          <a:lstStyle>
            <a:lvl1pPr>
              <a:defRPr sz="3599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372640" y="1480911"/>
            <a:ext cx="5206990" cy="7309310"/>
          </a:xfrm>
        </p:spPr>
        <p:txBody>
          <a:bodyPr anchor="t"/>
          <a:lstStyle>
            <a:lvl1pPr marL="0" indent="0">
              <a:buNone/>
              <a:defRPr sz="3599"/>
            </a:lvl1pPr>
            <a:lvl2pPr marL="514259" indent="0">
              <a:buNone/>
              <a:defRPr sz="3149"/>
            </a:lvl2pPr>
            <a:lvl3pPr marL="1028517" indent="0">
              <a:buNone/>
              <a:defRPr sz="2700"/>
            </a:lvl3pPr>
            <a:lvl4pPr marL="1542776" indent="0">
              <a:buNone/>
              <a:defRPr sz="2250"/>
            </a:lvl4pPr>
            <a:lvl5pPr marL="2057034" indent="0">
              <a:buNone/>
              <a:defRPr sz="2250"/>
            </a:lvl5pPr>
            <a:lvl6pPr marL="2571293" indent="0">
              <a:buNone/>
              <a:defRPr sz="2250"/>
            </a:lvl6pPr>
            <a:lvl7pPr marL="3085551" indent="0">
              <a:buNone/>
              <a:defRPr sz="2250"/>
            </a:lvl7pPr>
            <a:lvl8pPr marL="3599810" indent="0">
              <a:buNone/>
              <a:defRPr sz="2250"/>
            </a:lvl8pPr>
            <a:lvl9pPr marL="4114068" indent="0">
              <a:buNone/>
              <a:defRPr sz="225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462" y="3085624"/>
            <a:ext cx="3317313" cy="5716500"/>
          </a:xfrm>
        </p:spPr>
        <p:txBody>
          <a:bodyPr/>
          <a:lstStyle>
            <a:lvl1pPr marL="0" indent="0">
              <a:buNone/>
              <a:defRPr sz="1800"/>
            </a:lvl1pPr>
            <a:lvl2pPr marL="514259" indent="0">
              <a:buNone/>
              <a:defRPr sz="1575"/>
            </a:lvl2pPr>
            <a:lvl3pPr marL="1028517" indent="0">
              <a:buNone/>
              <a:defRPr sz="1350"/>
            </a:lvl3pPr>
            <a:lvl4pPr marL="1542776" indent="0">
              <a:buNone/>
              <a:defRPr sz="1125"/>
            </a:lvl4pPr>
            <a:lvl5pPr marL="2057034" indent="0">
              <a:buNone/>
              <a:defRPr sz="1125"/>
            </a:lvl5pPr>
            <a:lvl6pPr marL="2571293" indent="0">
              <a:buNone/>
              <a:defRPr sz="1125"/>
            </a:lvl6pPr>
            <a:lvl7pPr marL="3085551" indent="0">
              <a:buNone/>
              <a:defRPr sz="1125"/>
            </a:lvl7pPr>
            <a:lvl8pPr marL="3599810" indent="0">
              <a:buNone/>
              <a:defRPr sz="1125"/>
            </a:lvl8pPr>
            <a:lvl9pPr marL="4114068" indent="0">
              <a:buNone/>
              <a:defRPr sz="1125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C537A-A55A-450F-BF70-B76EB51413FC}" type="datetimeFigureOut">
              <a:rPr lang="pt-BR" smtClean="0"/>
              <a:t>25/08/2024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9EB0C-B1AE-4836-868E-EB71E42B15B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366471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C537A-A55A-450F-BF70-B76EB51413FC}" type="datetimeFigureOut">
              <a:rPr lang="pt-BR" smtClean="0"/>
              <a:t>25/08/2024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9EB0C-B1AE-4836-868E-EB71E42B15B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362128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60499" y="547603"/>
            <a:ext cx="2217792" cy="8716412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07123" y="547603"/>
            <a:ext cx="6524809" cy="8716412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C537A-A55A-450F-BF70-B76EB51413FC}" type="datetimeFigureOut">
              <a:rPr lang="pt-BR" smtClean="0"/>
              <a:t>25/08/2024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9EB0C-B1AE-4836-868E-EB71E42B15B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45929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07122" y="547605"/>
            <a:ext cx="8871169" cy="19880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7122" y="2738015"/>
            <a:ext cx="8871169" cy="6526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07122" y="9533056"/>
            <a:ext cx="2314218" cy="5476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1C537A-A55A-450F-BF70-B76EB51413FC}" type="datetimeFigureOut">
              <a:rPr lang="pt-BR" smtClean="0"/>
              <a:t>25/08/2024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07043" y="9533056"/>
            <a:ext cx="3471327" cy="5476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264073" y="9533056"/>
            <a:ext cx="2314218" cy="5476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F9EB0C-B1AE-4836-868E-EB71E42B15B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6038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028517" rtl="0" eaLnBrk="1" latinLnBrk="0" hangingPunct="1">
        <a:lnSpc>
          <a:spcPct val="90000"/>
        </a:lnSpc>
        <a:spcBef>
          <a:spcPct val="0"/>
        </a:spcBef>
        <a:buNone/>
        <a:defRPr sz="494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29" indent="-257129" algn="l" defTabSz="1028517" rtl="0" eaLnBrk="1" latinLnBrk="0" hangingPunct="1">
        <a:lnSpc>
          <a:spcPct val="90000"/>
        </a:lnSpc>
        <a:spcBef>
          <a:spcPts val="1125"/>
        </a:spcBef>
        <a:buFont typeface="Arial" panose="020B0604020202020204" pitchFamily="34" charset="0"/>
        <a:buChar char="•"/>
        <a:defRPr sz="3149" kern="1200">
          <a:solidFill>
            <a:schemeClr val="tx1"/>
          </a:solidFill>
          <a:latin typeface="+mn-lt"/>
          <a:ea typeface="+mn-ea"/>
          <a:cs typeface="+mn-cs"/>
        </a:defRPr>
      </a:lvl1pPr>
      <a:lvl2pPr marL="771388" indent="-257129" algn="l" defTabSz="1028517" rtl="0" eaLnBrk="1" latinLnBrk="0" hangingPunct="1">
        <a:lnSpc>
          <a:spcPct val="90000"/>
        </a:lnSpc>
        <a:spcBef>
          <a:spcPts val="562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285646" indent="-257129" algn="l" defTabSz="1028517" rtl="0" eaLnBrk="1" latinLnBrk="0" hangingPunct="1">
        <a:lnSpc>
          <a:spcPct val="90000"/>
        </a:lnSpc>
        <a:spcBef>
          <a:spcPts val="562"/>
        </a:spcBef>
        <a:buFont typeface="Arial" panose="020B0604020202020204" pitchFamily="34" charset="0"/>
        <a:buChar char="•"/>
        <a:defRPr sz="2250" kern="1200">
          <a:solidFill>
            <a:schemeClr val="tx1"/>
          </a:solidFill>
          <a:latin typeface="+mn-lt"/>
          <a:ea typeface="+mn-ea"/>
          <a:cs typeface="+mn-cs"/>
        </a:defRPr>
      </a:lvl3pPr>
      <a:lvl4pPr marL="1799905" indent="-257129" algn="l" defTabSz="1028517" rtl="0" eaLnBrk="1" latinLnBrk="0" hangingPunct="1">
        <a:lnSpc>
          <a:spcPct val="90000"/>
        </a:lnSpc>
        <a:spcBef>
          <a:spcPts val="562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4pPr>
      <a:lvl5pPr marL="2314164" indent="-257129" algn="l" defTabSz="1028517" rtl="0" eaLnBrk="1" latinLnBrk="0" hangingPunct="1">
        <a:lnSpc>
          <a:spcPct val="90000"/>
        </a:lnSpc>
        <a:spcBef>
          <a:spcPts val="562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5pPr>
      <a:lvl6pPr marL="2828422" indent="-257129" algn="l" defTabSz="1028517" rtl="0" eaLnBrk="1" latinLnBrk="0" hangingPunct="1">
        <a:lnSpc>
          <a:spcPct val="90000"/>
        </a:lnSpc>
        <a:spcBef>
          <a:spcPts val="562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6pPr>
      <a:lvl7pPr marL="3342681" indent="-257129" algn="l" defTabSz="1028517" rtl="0" eaLnBrk="1" latinLnBrk="0" hangingPunct="1">
        <a:lnSpc>
          <a:spcPct val="90000"/>
        </a:lnSpc>
        <a:spcBef>
          <a:spcPts val="562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7pPr>
      <a:lvl8pPr marL="3856939" indent="-257129" algn="l" defTabSz="1028517" rtl="0" eaLnBrk="1" latinLnBrk="0" hangingPunct="1">
        <a:lnSpc>
          <a:spcPct val="90000"/>
        </a:lnSpc>
        <a:spcBef>
          <a:spcPts val="562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8pPr>
      <a:lvl9pPr marL="4371198" indent="-257129" algn="l" defTabSz="1028517" rtl="0" eaLnBrk="1" latinLnBrk="0" hangingPunct="1">
        <a:lnSpc>
          <a:spcPct val="90000"/>
        </a:lnSpc>
        <a:spcBef>
          <a:spcPts val="562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28517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1pPr>
      <a:lvl2pPr marL="514259" algn="l" defTabSz="1028517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2pPr>
      <a:lvl3pPr marL="1028517" algn="l" defTabSz="1028517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3pPr>
      <a:lvl4pPr marL="1542776" algn="l" defTabSz="1028517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4pPr>
      <a:lvl5pPr marL="2057034" algn="l" defTabSz="1028517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5pPr>
      <a:lvl6pPr marL="2571293" algn="l" defTabSz="1028517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6pPr>
      <a:lvl7pPr marL="3085551" algn="l" defTabSz="1028517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7pPr>
      <a:lvl8pPr marL="3599810" algn="l" defTabSz="1028517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8pPr>
      <a:lvl9pPr marL="4114068" algn="l" defTabSz="1028517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78926C4F-B2D1-EDD0-17EF-662160BA11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-1"/>
            <a:ext cx="10285413" cy="10358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734D7553-A07A-0D66-00B7-8A1132FBE67A}"/>
              </a:ext>
            </a:extLst>
          </p:cNvPr>
          <p:cNvSpPr/>
          <p:nvPr/>
        </p:nvSpPr>
        <p:spPr>
          <a:xfrm>
            <a:off x="-1" y="0"/>
            <a:ext cx="10285414" cy="103589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0D67D5A7-944C-CEE1-D669-CEB3D2FE92CE}"/>
              </a:ext>
            </a:extLst>
          </p:cNvPr>
          <p:cNvSpPr/>
          <p:nvPr/>
        </p:nvSpPr>
        <p:spPr>
          <a:xfrm>
            <a:off x="681003" y="1833932"/>
            <a:ext cx="8923404" cy="452431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9600" b="1" cap="none" spc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MANUTENÇÃO</a:t>
            </a:r>
            <a:endParaRPr lang="pt-BR" sz="9600" b="1" dirty="0">
              <a:ln w="9525">
                <a:solidFill>
                  <a:schemeClr val="bg1"/>
                </a:solidFill>
                <a:prstDash val="solid"/>
              </a:ln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  <a:p>
            <a:pPr algn="ctr"/>
            <a:r>
              <a:rPr lang="pt-BR" sz="96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EM </a:t>
            </a:r>
          </a:p>
          <a:p>
            <a:pPr algn="ctr"/>
            <a:r>
              <a:rPr lang="pt-BR" sz="96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COMPUTADORES</a:t>
            </a:r>
            <a:endParaRPr lang="pt-BR" sz="9600" b="1" cap="none" spc="0" dirty="0">
              <a:ln w="9525">
                <a:solidFill>
                  <a:schemeClr val="bg1"/>
                </a:solidFill>
                <a:prstDash val="solid"/>
              </a:ln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1931964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78926C4F-B2D1-EDD0-17EF-662160BA11C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759" t="-8627" r="-11732" b="-5524"/>
          <a:stretch/>
        </p:blipFill>
        <p:spPr bwMode="auto">
          <a:xfrm>
            <a:off x="-1620982" y="-893618"/>
            <a:ext cx="13113327" cy="118248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550BBEBE-B2C9-D7C1-1F24-32ACB4C657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5179462"/>
            <a:ext cx="6348704" cy="4713603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FD01552B-E3ED-0EEC-5991-046D02098F3B}"/>
              </a:ext>
            </a:extLst>
          </p:cNvPr>
          <p:cNvSpPr txBox="1"/>
          <p:nvPr/>
        </p:nvSpPr>
        <p:spPr>
          <a:xfrm>
            <a:off x="3927763" y="1558636"/>
            <a:ext cx="600594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dirty="0">
                <a:solidFill>
                  <a:schemeClr val="bg1"/>
                </a:solidFill>
                <a:latin typeface="Arial Black" panose="020B0A04020102020204" pitchFamily="34" charset="0"/>
              </a:rPr>
              <a:t>MANUTENÇÃO</a:t>
            </a:r>
          </a:p>
          <a:p>
            <a:pPr algn="ctr"/>
            <a:r>
              <a:rPr lang="pt-BR" sz="4000" dirty="0">
                <a:solidFill>
                  <a:schemeClr val="bg1"/>
                </a:solidFill>
                <a:latin typeface="Arial Black" panose="020B0A04020102020204" pitchFamily="34" charset="0"/>
              </a:rPr>
              <a:t>EM COMPUTADORES</a:t>
            </a:r>
          </a:p>
          <a:p>
            <a:pPr algn="ctr"/>
            <a:r>
              <a:rPr lang="pt-BR" sz="4000" dirty="0">
                <a:solidFill>
                  <a:schemeClr val="bg1"/>
                </a:solidFill>
                <a:latin typeface="Arial Black" panose="020B0A04020102020204" pitchFamily="34" charset="0"/>
              </a:rPr>
              <a:t>É COM A GENTE!!!</a:t>
            </a:r>
          </a:p>
        </p:txBody>
      </p:sp>
    </p:spTree>
    <p:extLst>
      <p:ext uri="{BB962C8B-B14F-4D97-AF65-F5344CB8AC3E}">
        <p14:creationId xmlns:p14="http://schemas.microsoft.com/office/powerpoint/2010/main" val="229764486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13</TotalTime>
  <Words>11</Words>
  <Application>Microsoft Office PowerPoint</Application>
  <PresentationFormat>Personalizar</PresentationFormat>
  <Paragraphs>6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7" baseType="lpstr">
      <vt:lpstr>Arial</vt:lpstr>
      <vt:lpstr>Arial Black</vt:lpstr>
      <vt:lpstr>Calibri</vt:lpstr>
      <vt:lpstr>Calibri Light</vt:lpstr>
      <vt:lpstr>Tema do Office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Luciano Leal</dc:creator>
  <cp:lastModifiedBy>Luciano Leal</cp:lastModifiedBy>
  <cp:revision>3</cp:revision>
  <dcterms:created xsi:type="dcterms:W3CDTF">2024-08-25T22:44:14Z</dcterms:created>
  <dcterms:modified xsi:type="dcterms:W3CDTF">2024-08-25T23:05:42Z</dcterms:modified>
</cp:coreProperties>
</file>